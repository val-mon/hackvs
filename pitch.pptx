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9" r:id="rId4"/>
    <p:sldId id="260" r:id="rId5"/>
    <p:sldId id="261" r:id="rId6"/>
  </p:sldIdLst>
  <p:sldSz cx="9144000" cy="5143500" type="screen16x9"/>
  <p:notesSz cx="7559675" cy="10691813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9157"/>
    <p:restoredTop sz="94655"/>
  </p:normalViewPr>
  <p:slideViewPr>
    <p:cSldViewPr snapToGrid="0">
      <p:cViewPr varScale="1">
        <p:scale>
          <a:sx n="193" d="100"/>
          <a:sy n="193" d="100"/>
        </p:scale>
        <p:origin x="20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asic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04280" y="404280"/>
            <a:ext cx="833508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>
            <a:lvl1pPr indent="0" algn="l">
              <a:buNone/>
              <a:def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>
          <a:xfrm>
            <a:off x="4360320" y="4942080"/>
            <a:ext cx="423000" cy="201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defRPr lang="en-CH" sz="1000" b="0" u="none" strike="noStrike">
                <a:solidFill>
                  <a:schemeClr val="lt1">
                    <a:lumMod val="50000"/>
                  </a:schemeClr>
                </a:solidFill>
                <a:effectLst/>
                <a:uFillTx/>
                <a:latin typeface="Segoe UI"/>
                <a:ea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17D2AD69-A8A1-4216-8723-6CC6EF4365E6}" type="slidenum">
              <a:rPr lang="en-CH" sz="1000" b="0" u="none" strike="noStrike">
                <a:solidFill>
                  <a:schemeClr val="lt1">
                    <a:lumMod val="50000"/>
                  </a:schemeClr>
                </a:solidFill>
                <a:effectLst/>
                <a:uFillTx/>
                <a:latin typeface="Segoe UI"/>
                <a:ea typeface="Arial"/>
              </a:rPr>
              <a:t>‹#›</a:t>
            </a:fld>
            <a:endParaRPr lang="en-GB" sz="1000" b="0" u="none" strike="noStrike">
              <a:solidFill>
                <a:srgbClr val="000000"/>
              </a:solidFill>
              <a:effectLst/>
              <a:uFillTx/>
              <a:latin typeface="Noto Serif"/>
            </a:endParaRPr>
          </a:p>
        </p:txBody>
      </p:sp>
      <p:sp>
        <p:nvSpPr>
          <p:cNvPr id="4" name="Google Shape;89;p13"/>
          <p:cNvSpPr/>
          <p:nvPr/>
        </p:nvSpPr>
        <p:spPr>
          <a:xfrm>
            <a:off x="8213400" y="4204440"/>
            <a:ext cx="1861200" cy="1861200"/>
          </a:xfrm>
          <a:prstGeom prst="ellipse">
            <a:avLst/>
          </a:prstGeom>
          <a:solidFill>
            <a:srgbClr val="E8E7E7">
              <a:alpha val="5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buClr>
                <a:srgbClr val="000000"/>
              </a:buClr>
              <a:buSzPct val="120000"/>
              <a:buFont typeface="Arial"/>
              <a:buChar char="•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Segoe UI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Segoe U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285840" indent="-285840" algn="l">
              <a:buClr>
                <a:srgbClr val="000000"/>
              </a:buClr>
              <a:buSzPct val="120000"/>
              <a:buFont typeface="Arial"/>
              <a:buChar char="•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Segoe UI"/>
              </a:rPr>
              <a:t>Click to edit the outline text format</a:t>
            </a:r>
          </a:p>
          <a:p>
            <a:pPr marL="864000" lvl="1" indent="-32400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Segoe UI"/>
              </a:rPr>
              <a:t>Second Outline Level</a:t>
            </a: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master_tit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0" y="2211840"/>
            <a:ext cx="9143640" cy="7196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>
            <a:lvl1pPr indent="0" algn="l">
              <a:buNone/>
              <a:defRPr lang="en-GB" sz="3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GB" sz="3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7" name="PlaceHolder 2"/>
          <p:cNvSpPr>
            <a:spLocks noGrp="1"/>
          </p:cNvSpPr>
          <p:nvPr>
            <p:ph type="sldNum" idx="2"/>
          </p:nvPr>
        </p:nvSpPr>
        <p:spPr>
          <a:xfrm>
            <a:off x="4360320" y="4942080"/>
            <a:ext cx="423000" cy="201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defRPr lang="en-CH" sz="1000" b="0" u="none" strike="noStrike">
                <a:solidFill>
                  <a:schemeClr val="lt1">
                    <a:lumMod val="50000"/>
                  </a:schemeClr>
                </a:solidFill>
                <a:effectLst/>
                <a:uFillTx/>
                <a:latin typeface="Segoe UI"/>
                <a:ea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A0F079A5-3E21-462C-8E86-561FEA4F2D69}" type="slidenum">
              <a:rPr lang="en-CH" sz="1000" b="0" u="none" strike="noStrike">
                <a:solidFill>
                  <a:schemeClr val="lt1">
                    <a:lumMod val="50000"/>
                  </a:schemeClr>
                </a:solidFill>
                <a:effectLst/>
                <a:uFillTx/>
                <a:latin typeface="Segoe UI"/>
                <a:ea typeface="Arial"/>
              </a:rPr>
              <a:t>‹#›</a:t>
            </a:fld>
            <a:endParaRPr lang="en-GB" sz="1000" b="0" u="none" strike="noStrike">
              <a:solidFill>
                <a:srgbClr val="000000"/>
              </a:solidFill>
              <a:effectLst/>
              <a:uFillTx/>
              <a:latin typeface="Noto Serif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0" y="4325040"/>
            <a:ext cx="9143640" cy="349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>
              <a:buClr>
                <a:srgbClr val="000000"/>
              </a:buClr>
              <a:buSzPct val="120000"/>
              <a:buFont typeface="Arial"/>
              <a:buChar char="•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Segoe UI"/>
              </a:defRPr>
            </a:lvl1pPr>
            <a:lvl2pPr lvl="1" algn="l">
              <a:buClr>
                <a:srgbClr val="000000"/>
              </a:buClr>
              <a:buSzPct val="75000"/>
              <a:buFont typeface="Symbol" charset="2"/>
              <a:buChar char="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Segoe U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algn="l">
              <a:buClr>
                <a:srgbClr val="000000"/>
              </a:buClr>
              <a:buSzPct val="120000"/>
              <a:buFont typeface="Arial"/>
              <a:buChar char="•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Segoe UI"/>
              </a:rPr>
              <a:t>Click to edit the outline text format</a:t>
            </a:r>
          </a:p>
          <a:p>
            <a:pPr marL="882000" lvl="1" indent="-285840" algn="l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Segoe UI"/>
              </a:rPr>
              <a:t>Second Outline Level</a:t>
            </a:r>
          </a:p>
          <a:p>
            <a:pPr marL="285840" lvl="2" indent="-28584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285840" lvl="3" indent="-28584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85840" lvl="4" indent="-28584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ummar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04280" y="398880"/>
            <a:ext cx="833508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>
            <a:lvl1pPr indent="0" algn="l">
              <a:lnSpc>
                <a:spcPct val="115000"/>
              </a:lnSpc>
              <a:buNone/>
              <a:defRPr lang="en-GB" sz="2800" b="1" u="none" strike="noStrike">
                <a:solidFill>
                  <a:schemeClr val="lt1"/>
                </a:solidFill>
                <a:effectLst/>
                <a:uFillTx/>
                <a:latin typeface="Segoe UI"/>
              </a:defRPr>
            </a:lvl1pPr>
          </a:lstStyle>
          <a:p>
            <a:pPr indent="0" algn="l">
              <a:lnSpc>
                <a:spcPct val="115000"/>
              </a:lnSpc>
              <a:buNone/>
            </a:pPr>
            <a:r>
              <a:rPr lang="en-GB" sz="2800" b="1" u="none" strike="noStrike">
                <a:solidFill>
                  <a:schemeClr val="lt1"/>
                </a:solidFill>
                <a:effectLst/>
                <a:uFillTx/>
                <a:latin typeface="Segoe UI"/>
              </a:rPr>
              <a:t>Click to edit the title text format</a:t>
            </a:r>
          </a:p>
        </p:txBody>
      </p:sp>
      <p:sp>
        <p:nvSpPr>
          <p:cNvPr id="10" name="PlaceHolder 2"/>
          <p:cNvSpPr>
            <a:spLocks noGrp="1"/>
          </p:cNvSpPr>
          <p:nvPr>
            <p:ph type="title" hasCustomPrompt="1"/>
          </p:nvPr>
        </p:nvSpPr>
        <p:spPr>
          <a:xfrm>
            <a:off x="663120" y="1252080"/>
            <a:ext cx="573480" cy="572400"/>
          </a:xfrm>
          <a:prstGeom prst="rect">
            <a:avLst/>
          </a:prstGeom>
          <a:solidFill>
            <a:schemeClr val="dk1"/>
          </a:solidFill>
          <a:ln w="0">
            <a:noFill/>
          </a:ln>
        </p:spPr>
        <p:txBody>
          <a:bodyPr lIns="91440" tIns="91440" rIns="91440" bIns="91440" anchor="ctr">
            <a:noAutofit/>
          </a:bodyPr>
          <a:lstStyle>
            <a:lvl1pPr indent="0" algn="ctr">
              <a:lnSpc>
                <a:spcPct val="115000"/>
              </a:lnSpc>
              <a:buNone/>
              <a:defRPr lang="en-GB" sz="1800" b="1" u="none" strike="noStrike">
                <a:solidFill>
                  <a:schemeClr val="lt1"/>
                </a:solidFill>
                <a:effectLst/>
                <a:uFillTx/>
                <a:latin typeface="Segoe UI"/>
                <a:ea typeface="Segoe UI"/>
              </a:defRPr>
            </a:lvl1pPr>
          </a:lstStyle>
          <a:p>
            <a:pPr indent="0" algn="ctr">
              <a:lnSpc>
                <a:spcPct val="115000"/>
              </a:lnSpc>
              <a:buNone/>
            </a:pPr>
            <a:r>
              <a:rPr lang="en-GB" sz="1800" b="1" u="none" strike="noStrike">
                <a:solidFill>
                  <a:schemeClr val="lt1"/>
                </a:solidFill>
                <a:effectLst/>
                <a:uFillTx/>
                <a:latin typeface="Segoe UI"/>
                <a:ea typeface="Segoe UI"/>
              </a:rPr>
              <a:t>x</a:t>
            </a:r>
            <a:r>
              <a:rPr lang="fr-CH" sz="1800" b="1" u="none" strike="noStrike">
                <a:solidFill>
                  <a:schemeClr val="lt1"/>
                </a:solidFill>
                <a:effectLst/>
                <a:uFillTx/>
                <a:latin typeface="Segoe UI"/>
                <a:ea typeface="Segoe UI"/>
              </a:rPr>
              <a:t>x</a:t>
            </a:r>
            <a:endParaRPr lang="en-GB" sz="1800" b="1" u="none" strike="noStrike">
              <a:solidFill>
                <a:schemeClr val="lt1"/>
              </a:solidFill>
              <a:effectLst/>
              <a:uFillTx/>
              <a:latin typeface="Segoe UI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title" hasCustomPrompt="1"/>
          </p:nvPr>
        </p:nvSpPr>
        <p:spPr>
          <a:xfrm>
            <a:off x="667800" y="3063960"/>
            <a:ext cx="568800" cy="572400"/>
          </a:xfrm>
          <a:prstGeom prst="rect">
            <a:avLst/>
          </a:prstGeom>
          <a:solidFill>
            <a:schemeClr val="dk1"/>
          </a:solidFill>
          <a:ln w="0">
            <a:noFill/>
          </a:ln>
        </p:spPr>
        <p:txBody>
          <a:bodyPr lIns="91440" tIns="91440" rIns="91440" bIns="91440" anchor="ctr">
            <a:noAutofit/>
          </a:bodyPr>
          <a:lstStyle>
            <a:lvl1pPr indent="0" algn="ctr">
              <a:lnSpc>
                <a:spcPct val="115000"/>
              </a:lnSpc>
              <a:buNone/>
              <a:defRPr lang="en-GB" sz="1800" b="1" u="none" strike="noStrike">
                <a:solidFill>
                  <a:schemeClr val="lt1"/>
                </a:solidFill>
                <a:effectLst/>
                <a:uFillTx/>
                <a:latin typeface="Segoe UI"/>
                <a:ea typeface="Segoe UI"/>
              </a:defRPr>
            </a:lvl1pPr>
          </a:lstStyle>
          <a:p>
            <a:pPr indent="0" algn="ctr">
              <a:lnSpc>
                <a:spcPct val="115000"/>
              </a:lnSpc>
              <a:buNone/>
            </a:pPr>
            <a:r>
              <a:rPr lang="en-GB" sz="1800" b="1" u="none" strike="noStrike">
                <a:solidFill>
                  <a:schemeClr val="lt1"/>
                </a:solidFill>
                <a:effectLst/>
                <a:uFillTx/>
                <a:latin typeface="Segoe UI"/>
                <a:ea typeface="Segoe UI"/>
              </a:rPr>
              <a:t>xx</a:t>
            </a:r>
            <a:endParaRPr lang="en-GB" sz="1800" b="1" u="none" strike="noStrike">
              <a:solidFill>
                <a:schemeClr val="lt1"/>
              </a:solidFill>
              <a:effectLst/>
              <a:uFillTx/>
              <a:latin typeface="Segoe UI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title" hasCustomPrompt="1"/>
          </p:nvPr>
        </p:nvSpPr>
        <p:spPr>
          <a:xfrm>
            <a:off x="663120" y="2158200"/>
            <a:ext cx="573480" cy="572400"/>
          </a:xfrm>
          <a:prstGeom prst="rect">
            <a:avLst/>
          </a:prstGeom>
          <a:solidFill>
            <a:schemeClr val="dk1"/>
          </a:solidFill>
          <a:ln w="0">
            <a:noFill/>
          </a:ln>
        </p:spPr>
        <p:txBody>
          <a:bodyPr lIns="91440" tIns="91440" rIns="91440" bIns="91440" anchor="ctr">
            <a:noAutofit/>
          </a:bodyPr>
          <a:lstStyle>
            <a:lvl1pPr indent="0" algn="ctr">
              <a:lnSpc>
                <a:spcPct val="115000"/>
              </a:lnSpc>
              <a:buNone/>
              <a:defRPr lang="en-GB" sz="1800" b="1" u="none" strike="noStrike">
                <a:solidFill>
                  <a:schemeClr val="lt1"/>
                </a:solidFill>
                <a:effectLst/>
                <a:uFillTx/>
                <a:latin typeface="Segoe UI"/>
                <a:ea typeface="Segoe UI"/>
              </a:defRPr>
            </a:lvl1pPr>
          </a:lstStyle>
          <a:p>
            <a:pPr indent="0" algn="ctr">
              <a:lnSpc>
                <a:spcPct val="115000"/>
              </a:lnSpc>
              <a:buNone/>
            </a:pPr>
            <a:r>
              <a:rPr lang="en-GB" sz="1800" b="1" u="none" strike="noStrike">
                <a:solidFill>
                  <a:schemeClr val="lt1"/>
                </a:solidFill>
                <a:effectLst/>
                <a:uFillTx/>
                <a:latin typeface="Segoe UI"/>
                <a:ea typeface="Segoe UI"/>
              </a:rPr>
              <a:t>xx</a:t>
            </a:r>
            <a:endParaRPr lang="en-GB" sz="1800" b="1" u="none" strike="noStrike">
              <a:solidFill>
                <a:schemeClr val="lt1"/>
              </a:solidFill>
              <a:effectLst/>
              <a:uFillTx/>
              <a:latin typeface="Segoe UI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title" hasCustomPrompt="1"/>
          </p:nvPr>
        </p:nvSpPr>
        <p:spPr>
          <a:xfrm>
            <a:off x="4609080" y="3077280"/>
            <a:ext cx="573480" cy="572400"/>
          </a:xfrm>
          <a:prstGeom prst="rect">
            <a:avLst/>
          </a:prstGeom>
          <a:solidFill>
            <a:schemeClr val="dk1"/>
          </a:solidFill>
          <a:ln w="0">
            <a:noFill/>
          </a:ln>
        </p:spPr>
        <p:txBody>
          <a:bodyPr lIns="91440" tIns="91440" rIns="91440" bIns="91440" anchor="ctr">
            <a:noAutofit/>
          </a:bodyPr>
          <a:lstStyle>
            <a:lvl1pPr indent="0" algn="ctr">
              <a:lnSpc>
                <a:spcPct val="115000"/>
              </a:lnSpc>
              <a:buNone/>
              <a:defRPr lang="en-GB" sz="1800" b="1" u="none" strike="noStrike">
                <a:solidFill>
                  <a:schemeClr val="lt1"/>
                </a:solidFill>
                <a:effectLst/>
                <a:uFillTx/>
                <a:latin typeface="Segoe UI"/>
                <a:ea typeface="Segoe UI"/>
              </a:defRPr>
            </a:lvl1pPr>
          </a:lstStyle>
          <a:p>
            <a:pPr indent="0" algn="ctr">
              <a:lnSpc>
                <a:spcPct val="115000"/>
              </a:lnSpc>
              <a:buNone/>
            </a:pPr>
            <a:r>
              <a:rPr lang="en-GB" sz="1800" b="1" u="none" strike="noStrike">
                <a:solidFill>
                  <a:schemeClr val="lt1"/>
                </a:solidFill>
                <a:effectLst/>
                <a:uFillTx/>
                <a:latin typeface="Segoe UI"/>
                <a:ea typeface="Segoe UI"/>
              </a:rPr>
              <a:t>xx</a:t>
            </a:r>
            <a:endParaRPr lang="en-GB" sz="1800" b="1" u="none" strike="noStrike">
              <a:solidFill>
                <a:schemeClr val="lt1"/>
              </a:solidFill>
              <a:effectLst/>
              <a:uFillTx/>
              <a:latin typeface="Segoe UI"/>
            </a:endParaRPr>
          </a:p>
        </p:txBody>
      </p:sp>
      <p:sp>
        <p:nvSpPr>
          <p:cNvPr id="14" name="PlaceHolder 6"/>
          <p:cNvSpPr>
            <a:spLocks noGrp="1"/>
          </p:cNvSpPr>
          <p:nvPr>
            <p:ph type="title" hasCustomPrompt="1"/>
          </p:nvPr>
        </p:nvSpPr>
        <p:spPr>
          <a:xfrm>
            <a:off x="4609080" y="2171520"/>
            <a:ext cx="573480" cy="572400"/>
          </a:xfrm>
          <a:prstGeom prst="rect">
            <a:avLst/>
          </a:prstGeom>
          <a:solidFill>
            <a:schemeClr val="dk1"/>
          </a:solidFill>
          <a:ln w="0">
            <a:noFill/>
          </a:ln>
        </p:spPr>
        <p:txBody>
          <a:bodyPr lIns="91440" tIns="91440" rIns="91440" bIns="91440" anchor="ctr">
            <a:noAutofit/>
          </a:bodyPr>
          <a:lstStyle>
            <a:lvl1pPr indent="0" algn="ctr">
              <a:lnSpc>
                <a:spcPct val="115000"/>
              </a:lnSpc>
              <a:buNone/>
              <a:defRPr lang="en-GB" sz="1800" b="1" u="none" strike="noStrike">
                <a:solidFill>
                  <a:schemeClr val="lt1"/>
                </a:solidFill>
                <a:effectLst/>
                <a:uFillTx/>
                <a:latin typeface="Segoe UI"/>
                <a:ea typeface="Segoe UI"/>
              </a:defRPr>
            </a:lvl1pPr>
          </a:lstStyle>
          <a:p>
            <a:pPr indent="0" algn="ctr">
              <a:lnSpc>
                <a:spcPct val="115000"/>
              </a:lnSpc>
              <a:buNone/>
            </a:pPr>
            <a:r>
              <a:rPr lang="en-GB" sz="1800" b="1" u="none" strike="noStrike">
                <a:solidFill>
                  <a:schemeClr val="lt1"/>
                </a:solidFill>
                <a:effectLst/>
                <a:uFillTx/>
                <a:latin typeface="Segoe UI"/>
                <a:ea typeface="Segoe UI"/>
              </a:rPr>
              <a:t>xx</a:t>
            </a:r>
            <a:endParaRPr lang="en-GB" sz="1800" b="1" u="none" strike="noStrike">
              <a:solidFill>
                <a:schemeClr val="lt1"/>
              </a:solidFill>
              <a:effectLst/>
              <a:uFillTx/>
              <a:latin typeface="Segoe UI"/>
            </a:endParaRPr>
          </a:p>
        </p:txBody>
      </p:sp>
      <p:sp>
        <p:nvSpPr>
          <p:cNvPr id="15" name="PlaceHolder 7"/>
          <p:cNvSpPr>
            <a:spLocks noGrp="1"/>
          </p:cNvSpPr>
          <p:nvPr>
            <p:ph type="title" hasCustomPrompt="1"/>
          </p:nvPr>
        </p:nvSpPr>
        <p:spPr>
          <a:xfrm>
            <a:off x="4609080" y="1253160"/>
            <a:ext cx="573480" cy="571320"/>
          </a:xfrm>
          <a:prstGeom prst="rect">
            <a:avLst/>
          </a:prstGeom>
          <a:solidFill>
            <a:schemeClr val="dk1"/>
          </a:solidFill>
          <a:ln w="0">
            <a:noFill/>
          </a:ln>
        </p:spPr>
        <p:txBody>
          <a:bodyPr lIns="91440" tIns="91440" rIns="91440" bIns="91440" anchor="ctr">
            <a:noAutofit/>
          </a:bodyPr>
          <a:lstStyle>
            <a:lvl1pPr indent="0" algn="ctr">
              <a:lnSpc>
                <a:spcPct val="115000"/>
              </a:lnSpc>
              <a:buNone/>
              <a:defRPr lang="en-GB" sz="1800" b="1" u="none" strike="noStrike">
                <a:solidFill>
                  <a:schemeClr val="lt1"/>
                </a:solidFill>
                <a:effectLst/>
                <a:uFillTx/>
                <a:latin typeface="Segoe UI"/>
                <a:ea typeface="Segoe UI"/>
              </a:defRPr>
            </a:lvl1pPr>
          </a:lstStyle>
          <a:p>
            <a:pPr indent="0" algn="ctr">
              <a:lnSpc>
                <a:spcPct val="115000"/>
              </a:lnSpc>
              <a:buNone/>
            </a:pPr>
            <a:r>
              <a:rPr lang="en-GB" sz="1800" b="1" u="none" strike="noStrike">
                <a:solidFill>
                  <a:schemeClr val="lt1"/>
                </a:solidFill>
                <a:effectLst/>
                <a:uFillTx/>
                <a:latin typeface="Segoe UI"/>
                <a:ea typeface="Segoe UI"/>
              </a:rPr>
              <a:t>xx</a:t>
            </a:r>
            <a:endParaRPr lang="en-GB" sz="1800" b="1" u="none" strike="noStrike">
              <a:solidFill>
                <a:schemeClr val="lt1"/>
              </a:solidFill>
              <a:effectLst/>
              <a:uFillTx/>
              <a:latin typeface="Segoe UI"/>
            </a:endParaRPr>
          </a:p>
        </p:txBody>
      </p:sp>
      <p:sp>
        <p:nvSpPr>
          <p:cNvPr id="16" name="PlaceHolder 8"/>
          <p:cNvSpPr>
            <a:spLocks noGrp="1"/>
          </p:cNvSpPr>
          <p:nvPr>
            <p:ph type="sldNum" idx="3"/>
          </p:nvPr>
        </p:nvSpPr>
        <p:spPr>
          <a:xfrm>
            <a:off x="4360320" y="4942080"/>
            <a:ext cx="423000" cy="201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defRPr lang="en-CH" sz="1000" b="0" u="none" strike="noStrike">
                <a:solidFill>
                  <a:schemeClr val="lt1">
                    <a:lumMod val="50000"/>
                  </a:schemeClr>
                </a:solidFill>
                <a:effectLst/>
                <a:uFillTx/>
                <a:latin typeface="Segoe UI"/>
                <a:ea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06B6DFD0-6A99-49A9-9F25-0EF2C00967DA}" type="slidenum">
              <a:rPr lang="en-CH" sz="1000" b="0" u="none" strike="noStrike">
                <a:solidFill>
                  <a:schemeClr val="lt1">
                    <a:lumMod val="50000"/>
                  </a:schemeClr>
                </a:solidFill>
                <a:effectLst/>
                <a:uFillTx/>
                <a:latin typeface="Segoe UI"/>
                <a:ea typeface="Arial"/>
              </a:rPr>
              <a:t>‹#›</a:t>
            </a:fld>
            <a:endParaRPr lang="en-GB" sz="1000" b="0" u="none" strike="noStrike">
              <a:solidFill>
                <a:srgbClr val="000000"/>
              </a:solidFill>
              <a:effectLst/>
              <a:uFillTx/>
              <a:latin typeface="Noto Serif"/>
            </a:endParaRPr>
          </a:p>
        </p:txBody>
      </p:sp>
      <p:sp>
        <p:nvSpPr>
          <p:cNvPr id="17" name="Google Shape;89;p13"/>
          <p:cNvSpPr/>
          <p:nvPr/>
        </p:nvSpPr>
        <p:spPr>
          <a:xfrm>
            <a:off x="-930600" y="4204440"/>
            <a:ext cx="1861200" cy="1861200"/>
          </a:xfrm>
          <a:prstGeom prst="ellipse">
            <a:avLst/>
          </a:prstGeom>
          <a:solidFill>
            <a:srgbClr val="E8E7E7">
              <a:alpha val="5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body" hasCustomPrompt="1"/>
          </p:nvPr>
        </p:nvSpPr>
        <p:spPr>
          <a:xfrm>
            <a:off x="727560" y="533520"/>
            <a:ext cx="812520" cy="766440"/>
          </a:xfrm>
          <a:prstGeom prst="rect">
            <a:avLst/>
          </a:prstGeom>
          <a:solidFill>
            <a:srgbClr val="333333"/>
          </a:solidFill>
          <a:ln w="0">
            <a:noFill/>
          </a:ln>
        </p:spPr>
        <p:txBody>
          <a:bodyPr lIns="0" tIns="0" rIns="90000" bIns="0" anchor="ctr" anchorCtr="1">
            <a:noAutofit/>
          </a:bodyPr>
          <a:lstStyle>
            <a:lvl1pPr marL="139680" indent="0" algn="ctr">
              <a:lnSpc>
                <a:spcPct val="100000"/>
              </a:lnSpc>
              <a:buNone/>
              <a:tabLst>
                <a:tab pos="0" algn="l"/>
              </a:tabLst>
              <a:defRPr lang="en-CH" sz="3300" b="1" u="none" strike="noStrike">
                <a:solidFill>
                  <a:schemeClr val="lt1"/>
                </a:solidFill>
                <a:effectLst/>
                <a:uFillTx/>
                <a:latin typeface="Segoe UI"/>
                <a:ea typeface="Segoe UI"/>
              </a:defRPr>
            </a:lvl1pPr>
          </a:lstStyle>
          <a:p>
            <a:pPr marL="139680"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CH" sz="3300" b="1" u="none" strike="noStrike">
                <a:solidFill>
                  <a:schemeClr val="lt1"/>
                </a:solidFill>
                <a:effectLst/>
                <a:uFillTx/>
                <a:latin typeface="Segoe UI"/>
                <a:ea typeface="Segoe UI"/>
              </a:rPr>
              <a:t>00</a:t>
            </a:r>
            <a:endParaRPr lang="en-GB" sz="3300" b="1" u="none" strike="noStrike">
              <a:solidFill>
                <a:schemeClr val="lt1"/>
              </a:solidFill>
              <a:effectLst/>
              <a:uFillTx/>
              <a:latin typeface="Segoe UI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sldNum" idx="4"/>
          </p:nvPr>
        </p:nvSpPr>
        <p:spPr>
          <a:xfrm>
            <a:off x="4360320" y="4942080"/>
            <a:ext cx="423000" cy="201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defRPr lang="en-CH" sz="1000" b="0" u="none" strike="noStrike">
                <a:solidFill>
                  <a:schemeClr val="lt1">
                    <a:lumMod val="50000"/>
                  </a:schemeClr>
                </a:solidFill>
                <a:effectLst/>
                <a:uFillTx/>
                <a:latin typeface="Segoe UI"/>
                <a:ea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CEF89446-61C4-4ACC-8CE3-E06BB60AF1EB}" type="slidenum">
              <a:rPr lang="en-CH" sz="1000" b="0" u="none" strike="noStrike">
                <a:solidFill>
                  <a:schemeClr val="lt1">
                    <a:lumMod val="50000"/>
                  </a:schemeClr>
                </a:solidFill>
                <a:effectLst/>
                <a:uFillTx/>
                <a:latin typeface="Segoe UI"/>
                <a:ea typeface="Arial"/>
              </a:rPr>
              <a:t>‹#›</a:t>
            </a:fld>
            <a:endParaRPr lang="en-GB" sz="1000" b="0" u="none" strike="noStrike">
              <a:solidFill>
                <a:srgbClr val="000000"/>
              </a:solidFill>
              <a:effectLst/>
              <a:uFillTx/>
              <a:latin typeface="Noto Serif"/>
            </a:endParaRPr>
          </a:p>
        </p:txBody>
      </p:sp>
      <p:sp>
        <p:nvSpPr>
          <p:cNvPr id="20" name="Google Shape;89;p13"/>
          <p:cNvSpPr/>
          <p:nvPr/>
        </p:nvSpPr>
        <p:spPr>
          <a:xfrm>
            <a:off x="8213400" y="4204440"/>
            <a:ext cx="1861200" cy="1861200"/>
          </a:xfrm>
          <a:prstGeom prst="ellipse">
            <a:avLst/>
          </a:prstGeom>
          <a:solidFill>
            <a:srgbClr val="E8E7E7">
              <a:alpha val="5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title"/>
          </p:nvPr>
        </p:nvSpPr>
        <p:spPr>
          <a:xfrm>
            <a:off x="0" y="2211840"/>
            <a:ext cx="9143640" cy="7196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>
            <a:lvl1pPr indent="0" algn="l">
              <a:buNone/>
              <a:defRPr lang="en-GB" sz="3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GB" sz="3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body" hasCustomPrompt="1"/>
          </p:nvPr>
        </p:nvSpPr>
        <p:spPr>
          <a:xfrm>
            <a:off x="7608960" y="533520"/>
            <a:ext cx="812520" cy="766440"/>
          </a:xfrm>
          <a:prstGeom prst="rect">
            <a:avLst/>
          </a:prstGeom>
          <a:solidFill>
            <a:srgbClr val="333333"/>
          </a:solidFill>
          <a:ln w="0">
            <a:noFill/>
          </a:ln>
        </p:spPr>
        <p:txBody>
          <a:bodyPr lIns="0" tIns="0" rIns="90000" bIns="0" anchor="ctr" anchorCtr="1">
            <a:noAutofit/>
          </a:bodyPr>
          <a:lstStyle>
            <a:lvl1pPr marL="139680" indent="0" algn="ctr">
              <a:lnSpc>
                <a:spcPct val="100000"/>
              </a:lnSpc>
              <a:buNone/>
              <a:tabLst>
                <a:tab pos="0" algn="l"/>
              </a:tabLst>
              <a:defRPr lang="en-CH" sz="3300" b="1" u="none" strike="noStrike">
                <a:solidFill>
                  <a:schemeClr val="lt1"/>
                </a:solidFill>
                <a:effectLst/>
                <a:uFillTx/>
                <a:latin typeface="Segoe UI"/>
                <a:ea typeface="Segoe UI"/>
              </a:defRPr>
            </a:lvl1pPr>
          </a:lstStyle>
          <a:p>
            <a:pPr marL="139680"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CH" sz="3300" b="1" u="none" strike="noStrike">
                <a:solidFill>
                  <a:schemeClr val="lt1"/>
                </a:solidFill>
                <a:effectLst/>
                <a:uFillTx/>
                <a:latin typeface="Segoe UI"/>
                <a:ea typeface="Segoe UI"/>
              </a:rPr>
              <a:t>00</a:t>
            </a:r>
            <a:endParaRPr lang="en-GB" sz="3300" b="1" u="none" strike="noStrike">
              <a:solidFill>
                <a:schemeClr val="lt1"/>
              </a:solidFill>
              <a:effectLst/>
              <a:uFillTx/>
              <a:latin typeface="Segoe UI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sldNum" idx="5"/>
          </p:nvPr>
        </p:nvSpPr>
        <p:spPr>
          <a:xfrm>
            <a:off x="4360320" y="4942080"/>
            <a:ext cx="423000" cy="201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defRPr lang="en-CH" sz="1000" b="0" u="none" strike="noStrike">
                <a:solidFill>
                  <a:schemeClr val="lt1">
                    <a:lumMod val="50000"/>
                  </a:schemeClr>
                </a:solidFill>
                <a:effectLst/>
                <a:uFillTx/>
                <a:latin typeface="Segoe UI"/>
                <a:ea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A1006CC6-9195-4E7A-87DB-9E505A1EF852}" type="slidenum">
              <a:rPr lang="en-CH" sz="1000" b="0" u="none" strike="noStrike">
                <a:solidFill>
                  <a:schemeClr val="lt1">
                    <a:lumMod val="50000"/>
                  </a:schemeClr>
                </a:solidFill>
                <a:effectLst/>
                <a:uFillTx/>
                <a:latin typeface="Segoe UI"/>
                <a:ea typeface="Arial"/>
              </a:rPr>
              <a:t>‹#›</a:t>
            </a:fld>
            <a:endParaRPr lang="en-GB" sz="1000" b="0" u="none" strike="noStrike">
              <a:solidFill>
                <a:srgbClr val="000000"/>
              </a:solidFill>
              <a:effectLst/>
              <a:uFillTx/>
              <a:latin typeface="Noto Serif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title"/>
          </p:nvPr>
        </p:nvSpPr>
        <p:spPr>
          <a:xfrm>
            <a:off x="0" y="2211840"/>
            <a:ext cx="9143640" cy="7196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>
            <a:lvl1pPr indent="0" algn="l">
              <a:buNone/>
              <a:defRPr lang="en-GB" sz="3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GB" sz="3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5" name="Google Shape;89;p13"/>
          <p:cNvSpPr/>
          <p:nvPr/>
        </p:nvSpPr>
        <p:spPr>
          <a:xfrm>
            <a:off x="-930600" y="4204440"/>
            <a:ext cx="1861200" cy="1861200"/>
          </a:xfrm>
          <a:prstGeom prst="ellipse">
            <a:avLst/>
          </a:prstGeom>
          <a:solidFill>
            <a:srgbClr val="E8E7E7">
              <a:alpha val="5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body" hasCustomPrompt="1"/>
          </p:nvPr>
        </p:nvSpPr>
        <p:spPr>
          <a:xfrm>
            <a:off x="727200" y="533520"/>
            <a:ext cx="812520" cy="766440"/>
          </a:xfrm>
          <a:prstGeom prst="rect">
            <a:avLst/>
          </a:prstGeom>
          <a:solidFill>
            <a:srgbClr val="333333"/>
          </a:solidFill>
          <a:ln w="0">
            <a:noFill/>
          </a:ln>
        </p:spPr>
        <p:txBody>
          <a:bodyPr lIns="0" tIns="0" rIns="90000" bIns="0" anchor="ctr" anchorCtr="1">
            <a:noAutofit/>
          </a:bodyPr>
          <a:lstStyle>
            <a:lvl1pPr marL="139680" indent="0" algn="ctr">
              <a:lnSpc>
                <a:spcPct val="100000"/>
              </a:lnSpc>
              <a:buNone/>
              <a:tabLst>
                <a:tab pos="0" algn="l"/>
              </a:tabLst>
              <a:defRPr lang="en-CH" sz="3300" b="1" u="none" strike="noStrike">
                <a:solidFill>
                  <a:schemeClr val="lt1"/>
                </a:solidFill>
                <a:effectLst/>
                <a:uFillTx/>
                <a:latin typeface="Segoe UI"/>
                <a:ea typeface="Segoe UI"/>
              </a:defRPr>
            </a:lvl1pPr>
          </a:lstStyle>
          <a:p>
            <a:pPr marL="139680"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CH" sz="3300" b="1" u="none" strike="noStrike">
                <a:solidFill>
                  <a:schemeClr val="lt1"/>
                </a:solidFill>
                <a:effectLst/>
                <a:uFillTx/>
                <a:latin typeface="Segoe UI"/>
                <a:ea typeface="Segoe UI"/>
              </a:rPr>
              <a:t>00</a:t>
            </a:r>
            <a:endParaRPr lang="en-GB" sz="3300" b="1" u="none" strike="noStrike">
              <a:solidFill>
                <a:schemeClr val="lt1"/>
              </a:solidFill>
              <a:effectLst/>
              <a:uFillTx/>
              <a:latin typeface="Segoe U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sldNum" idx="6"/>
          </p:nvPr>
        </p:nvSpPr>
        <p:spPr>
          <a:xfrm>
            <a:off x="4360320" y="4942080"/>
            <a:ext cx="423000" cy="201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defRPr lang="en-CH" sz="1000" b="0" u="none" strike="noStrike">
                <a:solidFill>
                  <a:schemeClr val="lt1">
                    <a:lumMod val="50000"/>
                  </a:schemeClr>
                </a:solidFill>
                <a:effectLst/>
                <a:uFillTx/>
                <a:latin typeface="Segoe UI"/>
                <a:ea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F83A7FBF-1AC4-41C4-B8D3-C60A503C2CA6}" type="slidenum">
              <a:rPr lang="en-CH" sz="1000" b="0" u="none" strike="noStrike">
                <a:solidFill>
                  <a:schemeClr val="lt1">
                    <a:lumMod val="50000"/>
                  </a:schemeClr>
                </a:solidFill>
                <a:effectLst/>
                <a:uFillTx/>
                <a:latin typeface="Segoe UI"/>
                <a:ea typeface="Arial"/>
              </a:rPr>
              <a:t>‹#›</a:t>
            </a:fld>
            <a:endParaRPr lang="en-GB" sz="1000" b="0" u="none" strike="noStrike">
              <a:solidFill>
                <a:srgbClr val="000000"/>
              </a:solidFill>
              <a:effectLst/>
              <a:uFillTx/>
              <a:latin typeface="Noto Serif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title"/>
          </p:nvPr>
        </p:nvSpPr>
        <p:spPr>
          <a:xfrm>
            <a:off x="0" y="2211840"/>
            <a:ext cx="9143640" cy="7196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>
            <a:lvl1pPr indent="0" algn="l">
              <a:buNone/>
              <a:defRPr lang="en-GB" sz="3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GB" sz="3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9" name="Google Shape;89;p13"/>
          <p:cNvSpPr/>
          <p:nvPr/>
        </p:nvSpPr>
        <p:spPr>
          <a:xfrm>
            <a:off x="3641400" y="4204440"/>
            <a:ext cx="1861200" cy="1861200"/>
          </a:xfrm>
          <a:prstGeom prst="ellipse">
            <a:avLst/>
          </a:prstGeom>
          <a:solidFill>
            <a:srgbClr val="E8E7E7">
              <a:alpha val="5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2_co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404280" y="404280"/>
            <a:ext cx="833508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>
            <a:lvl1pPr indent="0" algn="l">
              <a:buNone/>
              <a:def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1" name="PlaceHolder 2"/>
          <p:cNvSpPr>
            <a:spLocks noGrp="1"/>
          </p:cNvSpPr>
          <p:nvPr>
            <p:ph type="sldNum" idx="7"/>
          </p:nvPr>
        </p:nvSpPr>
        <p:spPr>
          <a:xfrm>
            <a:off x="4360320" y="4942080"/>
            <a:ext cx="423000" cy="201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defRPr lang="en-CH" sz="1000" b="0" u="none" strike="noStrike">
                <a:solidFill>
                  <a:schemeClr val="lt1">
                    <a:lumMod val="50000"/>
                  </a:schemeClr>
                </a:solidFill>
                <a:effectLst/>
                <a:uFillTx/>
                <a:latin typeface="Segoe UI"/>
                <a:ea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4E5835E0-E533-4EA0-B82D-B95022E0181F}" type="slidenum">
              <a:rPr lang="en-CH" sz="1000" b="0" u="none" strike="noStrike">
                <a:solidFill>
                  <a:schemeClr val="lt1">
                    <a:lumMod val="50000"/>
                  </a:schemeClr>
                </a:solidFill>
                <a:effectLst/>
                <a:uFillTx/>
                <a:latin typeface="Segoe UI"/>
                <a:ea typeface="Arial"/>
              </a:rPr>
              <a:t>‹#›</a:t>
            </a:fld>
            <a:endParaRPr lang="en-GB" sz="1000" b="0" u="none" strike="noStrike">
              <a:solidFill>
                <a:srgbClr val="000000"/>
              </a:solidFill>
              <a:effectLst/>
              <a:uFillTx/>
              <a:latin typeface="Noto Serif"/>
            </a:endParaRPr>
          </a:p>
        </p:txBody>
      </p:sp>
      <p:sp>
        <p:nvSpPr>
          <p:cNvPr id="32" name="Google Shape;89;p13"/>
          <p:cNvSpPr/>
          <p:nvPr/>
        </p:nvSpPr>
        <p:spPr>
          <a:xfrm>
            <a:off x="8213400" y="4204440"/>
            <a:ext cx="1861200" cy="1861200"/>
          </a:xfrm>
          <a:prstGeom prst="ellipse">
            <a:avLst/>
          </a:prstGeom>
          <a:solidFill>
            <a:srgbClr val="E8E7E7">
              <a:alpha val="5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3_co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404280" y="404280"/>
            <a:ext cx="833508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>
            <a:lvl1pPr indent="0" algn="l">
              <a:buNone/>
              <a:def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4" name="PlaceHolder 2"/>
          <p:cNvSpPr>
            <a:spLocks noGrp="1"/>
          </p:cNvSpPr>
          <p:nvPr>
            <p:ph type="sldNum" idx="8"/>
          </p:nvPr>
        </p:nvSpPr>
        <p:spPr>
          <a:xfrm>
            <a:off x="4360320" y="4942080"/>
            <a:ext cx="423000" cy="201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defRPr lang="en-CH" sz="1000" b="0" u="none" strike="noStrike">
                <a:solidFill>
                  <a:schemeClr val="lt1">
                    <a:lumMod val="50000"/>
                  </a:schemeClr>
                </a:solidFill>
                <a:effectLst/>
                <a:uFillTx/>
                <a:latin typeface="Segoe UI"/>
                <a:ea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1CF20EA5-5340-4EA7-9444-6D5CC05939B6}" type="slidenum">
              <a:rPr lang="en-CH" sz="1000" b="0" u="none" strike="noStrike">
                <a:solidFill>
                  <a:schemeClr val="lt1">
                    <a:lumMod val="50000"/>
                  </a:schemeClr>
                </a:solidFill>
                <a:effectLst/>
                <a:uFillTx/>
                <a:latin typeface="Segoe UI"/>
                <a:ea typeface="Arial"/>
              </a:rPr>
              <a:t>‹#›</a:t>
            </a:fld>
            <a:endParaRPr lang="en-GB" sz="1000" b="0" u="none" strike="noStrike">
              <a:solidFill>
                <a:srgbClr val="000000"/>
              </a:solidFill>
              <a:effectLst/>
              <a:uFillTx/>
              <a:latin typeface="Noto Serif"/>
            </a:endParaRPr>
          </a:p>
        </p:txBody>
      </p:sp>
      <p:sp>
        <p:nvSpPr>
          <p:cNvPr id="35" name="Google Shape;89;p13"/>
          <p:cNvSpPr/>
          <p:nvPr/>
        </p:nvSpPr>
        <p:spPr>
          <a:xfrm>
            <a:off x="8213400" y="4204440"/>
            <a:ext cx="1861200" cy="1861200"/>
          </a:xfrm>
          <a:prstGeom prst="ellipse">
            <a:avLst/>
          </a:prstGeom>
          <a:solidFill>
            <a:srgbClr val="E8E7E7">
              <a:alpha val="5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2_col_db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404280" y="404280"/>
            <a:ext cx="833508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>
            <a:lvl1pPr indent="0" algn="l">
              <a:buNone/>
              <a:def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en-GB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7" name="PlaceHolder 2"/>
          <p:cNvSpPr>
            <a:spLocks noGrp="1"/>
          </p:cNvSpPr>
          <p:nvPr>
            <p:ph type="sldNum" idx="9"/>
          </p:nvPr>
        </p:nvSpPr>
        <p:spPr>
          <a:xfrm>
            <a:off x="4360320" y="4942080"/>
            <a:ext cx="423000" cy="201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defRPr lang="en-CH" sz="1000" b="0" u="none" strike="noStrike">
                <a:solidFill>
                  <a:schemeClr val="lt1">
                    <a:lumMod val="50000"/>
                  </a:schemeClr>
                </a:solidFill>
                <a:effectLst/>
                <a:uFillTx/>
                <a:latin typeface="Segoe UI"/>
                <a:ea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</a:pPr>
            <a:fld id="{2F83A8C4-2063-492F-8EE2-C7A556F10E29}" type="slidenum">
              <a:rPr lang="en-CH" sz="1000" b="0" u="none" strike="noStrike">
                <a:solidFill>
                  <a:schemeClr val="lt1">
                    <a:lumMod val="50000"/>
                  </a:schemeClr>
                </a:solidFill>
                <a:effectLst/>
                <a:uFillTx/>
                <a:latin typeface="Segoe UI"/>
                <a:ea typeface="Arial"/>
              </a:rPr>
              <a:t>‹#›</a:t>
            </a:fld>
            <a:endParaRPr lang="en-GB" sz="1000" b="0" u="none" strike="noStrike">
              <a:solidFill>
                <a:srgbClr val="000000"/>
              </a:solidFill>
              <a:effectLst/>
              <a:uFillTx/>
              <a:latin typeface="Noto Serif"/>
            </a:endParaRPr>
          </a:p>
        </p:txBody>
      </p:sp>
      <p:sp>
        <p:nvSpPr>
          <p:cNvPr id="38" name="Google Shape;89;p13"/>
          <p:cNvSpPr/>
          <p:nvPr/>
        </p:nvSpPr>
        <p:spPr>
          <a:xfrm>
            <a:off x="8213400" y="-930600"/>
            <a:ext cx="1861200" cy="1861200"/>
          </a:xfrm>
          <a:prstGeom prst="ellipse">
            <a:avLst/>
          </a:prstGeom>
          <a:solidFill>
            <a:srgbClr val="E8E7E7">
              <a:alpha val="50000"/>
            </a:srgb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endParaRPr lang="en-GB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jpeg"/><Relationship Id="rId3" Type="http://schemas.openxmlformats.org/officeDocument/2006/relationships/image" Target="../media/image5.jpeg"/><Relationship Id="rId7" Type="http://schemas.openxmlformats.org/officeDocument/2006/relationships/image" Target="../media/image9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.jpeg"/><Relationship Id="rId11" Type="http://schemas.openxmlformats.org/officeDocument/2006/relationships/image" Target="../media/image13.png"/><Relationship Id="rId5" Type="http://schemas.openxmlformats.org/officeDocument/2006/relationships/image" Target="../media/image7.jpeg"/><Relationship Id="rId10" Type="http://schemas.openxmlformats.org/officeDocument/2006/relationships/image" Target="../media/image12.png"/><Relationship Id="rId4" Type="http://schemas.openxmlformats.org/officeDocument/2006/relationships/image" Target="../media/image6.jpeg"/><Relationship Id="rId9" Type="http://schemas.openxmlformats.org/officeDocument/2006/relationships/image" Target="../media/image11.jpe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/>
          </p:nvPr>
        </p:nvSpPr>
        <p:spPr>
          <a:xfrm>
            <a:off x="0" y="4325040"/>
            <a:ext cx="9143640" cy="349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lnSpcReduction="10000"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800" b="0" u="none" strike="noStrike">
                <a:solidFill>
                  <a:srgbClr val="000000"/>
                </a:solidFill>
                <a:effectLst/>
                <a:uFillTx/>
                <a:latin typeface="Segoe UI"/>
                <a:ea typeface="Segoe UI"/>
              </a:rPr>
              <a:t>Valentin Monod, Axel Hall, James Zeiger, Florian Favre, Gonçalo Arieira Esteves</a:t>
            </a:r>
            <a:endParaRPr lang="en-GB" sz="1800" b="0" u="none" strike="noStrike">
              <a:solidFill>
                <a:srgbClr val="000000"/>
              </a:solidFill>
              <a:effectLst/>
              <a:uFillTx/>
              <a:latin typeface="Segoe UI"/>
            </a:endParaRPr>
          </a:p>
        </p:txBody>
      </p:sp>
      <p:pic>
        <p:nvPicPr>
          <p:cNvPr id="40" name="Picture 7"/>
          <p:cNvPicPr/>
          <p:nvPr/>
        </p:nvPicPr>
        <p:blipFill>
          <a:blip r:embed="rId2"/>
          <a:stretch/>
        </p:blipFill>
        <p:spPr>
          <a:xfrm>
            <a:off x="2521440" y="1999440"/>
            <a:ext cx="3677400" cy="11444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Picture 4"/>
          <p:cNvPicPr/>
          <p:nvPr/>
        </p:nvPicPr>
        <p:blipFill>
          <a:blip r:embed="rId2"/>
          <a:stretch/>
        </p:blipFill>
        <p:spPr>
          <a:xfrm>
            <a:off x="1742400" y="631080"/>
            <a:ext cx="1901160" cy="3895560"/>
          </a:xfrm>
          <a:prstGeom prst="rect">
            <a:avLst/>
          </a:prstGeom>
          <a:noFill/>
          <a:ln w="0">
            <a:solidFill>
              <a:srgbClr val="777777"/>
            </a:solidFill>
          </a:ln>
        </p:spPr>
      </p:pic>
      <p:pic>
        <p:nvPicPr>
          <p:cNvPr id="42" name="Picture 6"/>
          <p:cNvPicPr/>
          <p:nvPr/>
        </p:nvPicPr>
        <p:blipFill>
          <a:blip r:embed="rId3"/>
          <a:stretch/>
        </p:blipFill>
        <p:spPr>
          <a:xfrm>
            <a:off x="5499720" y="616320"/>
            <a:ext cx="1975680" cy="3910680"/>
          </a:xfrm>
          <a:prstGeom prst="rect">
            <a:avLst/>
          </a:prstGeom>
          <a:noFill/>
          <a:ln w="0">
            <a:solidFill>
              <a:srgbClr val="777777"/>
            </a:solidFill>
          </a:ln>
        </p:spPr>
      </p:pic>
      <p:sp>
        <p:nvSpPr>
          <p:cNvPr id="43" name="Right Arrow 9"/>
          <p:cNvSpPr/>
          <p:nvPr/>
        </p:nvSpPr>
        <p:spPr>
          <a:xfrm>
            <a:off x="4114800" y="2361600"/>
            <a:ext cx="914040" cy="420120"/>
          </a:xfrm>
          <a:prstGeom prst="rightArrow">
            <a:avLst>
              <a:gd name="adj1" fmla="val 50000"/>
              <a:gd name="adj2" fmla="val 50000"/>
            </a:avLst>
          </a:prstGeom>
          <a:gradFill rotWithShape="0">
            <a:gsLst>
              <a:gs pos="10000">
                <a:srgbClr val="15E9B5"/>
              </a:gs>
              <a:gs pos="75000">
                <a:srgbClr val="00167E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GB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44" name="Right Arrow 1"/>
          <p:cNvSpPr/>
          <p:nvPr/>
        </p:nvSpPr>
        <p:spPr>
          <a:xfrm>
            <a:off x="4115160" y="2361960"/>
            <a:ext cx="914040" cy="420120"/>
          </a:xfrm>
          <a:prstGeom prst="rightArrow">
            <a:avLst>
              <a:gd name="adj1" fmla="val 50000"/>
              <a:gd name="adj2" fmla="val 50000"/>
            </a:avLst>
          </a:prstGeom>
          <a:gradFill rotWithShape="0">
            <a:gsLst>
              <a:gs pos="10000">
                <a:srgbClr val="15E9B5"/>
              </a:gs>
              <a:gs pos="75000">
                <a:srgbClr val="00167E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endParaRPr lang="en-GB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Image 66"/>
          <p:cNvPicPr/>
          <p:nvPr/>
        </p:nvPicPr>
        <p:blipFill>
          <a:blip r:embed="rId2"/>
          <a:stretch/>
        </p:blipFill>
        <p:spPr>
          <a:xfrm>
            <a:off x="8007840" y="180000"/>
            <a:ext cx="812160" cy="1697040"/>
          </a:xfrm>
          <a:prstGeom prst="rect">
            <a:avLst/>
          </a:prstGeom>
          <a:noFill/>
          <a:ln w="38160">
            <a:noFill/>
          </a:ln>
        </p:spPr>
      </p:pic>
      <p:pic>
        <p:nvPicPr>
          <p:cNvPr id="68" name="Image 67"/>
          <p:cNvPicPr/>
          <p:nvPr/>
        </p:nvPicPr>
        <p:blipFill>
          <a:blip r:embed="rId3"/>
          <a:stretch/>
        </p:blipFill>
        <p:spPr>
          <a:xfrm>
            <a:off x="6867360" y="189720"/>
            <a:ext cx="840600" cy="1687320"/>
          </a:xfrm>
          <a:prstGeom prst="rect">
            <a:avLst/>
          </a:prstGeom>
          <a:noFill/>
          <a:ln w="38160">
            <a:noFill/>
          </a:ln>
        </p:spPr>
      </p:pic>
      <p:pic>
        <p:nvPicPr>
          <p:cNvPr id="69" name="Image 68"/>
          <p:cNvPicPr/>
          <p:nvPr/>
        </p:nvPicPr>
        <p:blipFill>
          <a:blip r:embed="rId4"/>
          <a:stretch/>
        </p:blipFill>
        <p:spPr>
          <a:xfrm>
            <a:off x="5719680" y="189720"/>
            <a:ext cx="840600" cy="1687320"/>
          </a:xfrm>
          <a:prstGeom prst="rect">
            <a:avLst/>
          </a:prstGeom>
          <a:noFill/>
          <a:ln w="38160">
            <a:noFill/>
          </a:ln>
        </p:spPr>
      </p:pic>
      <p:pic>
        <p:nvPicPr>
          <p:cNvPr id="70" name="Image 69"/>
          <p:cNvPicPr/>
          <p:nvPr/>
        </p:nvPicPr>
        <p:blipFill>
          <a:blip r:embed="rId5"/>
          <a:stretch/>
        </p:blipFill>
        <p:spPr>
          <a:xfrm>
            <a:off x="4596840" y="189720"/>
            <a:ext cx="841320" cy="1687320"/>
          </a:xfrm>
          <a:prstGeom prst="rect">
            <a:avLst/>
          </a:prstGeom>
          <a:noFill/>
          <a:ln w="38160">
            <a:noFill/>
          </a:ln>
        </p:spPr>
      </p:pic>
      <p:pic>
        <p:nvPicPr>
          <p:cNvPr id="71" name="Image 70"/>
          <p:cNvPicPr/>
          <p:nvPr/>
        </p:nvPicPr>
        <p:blipFill>
          <a:blip r:embed="rId6"/>
          <a:stretch/>
        </p:blipFill>
        <p:spPr>
          <a:xfrm>
            <a:off x="3478320" y="144000"/>
            <a:ext cx="841680" cy="1688760"/>
          </a:xfrm>
          <a:prstGeom prst="rect">
            <a:avLst/>
          </a:prstGeom>
          <a:noFill/>
          <a:ln w="38160">
            <a:noFill/>
          </a:ln>
        </p:spPr>
      </p:pic>
      <p:pic>
        <p:nvPicPr>
          <p:cNvPr id="72" name="Image 71"/>
          <p:cNvPicPr/>
          <p:nvPr/>
        </p:nvPicPr>
        <p:blipFill>
          <a:blip r:embed="rId7"/>
          <a:stretch/>
        </p:blipFill>
        <p:spPr>
          <a:xfrm>
            <a:off x="2378520" y="144000"/>
            <a:ext cx="840600" cy="1687320"/>
          </a:xfrm>
          <a:prstGeom prst="rect">
            <a:avLst/>
          </a:prstGeom>
          <a:noFill/>
          <a:ln w="38160">
            <a:noFill/>
          </a:ln>
        </p:spPr>
      </p:pic>
      <p:pic>
        <p:nvPicPr>
          <p:cNvPr id="73" name="Image 72"/>
          <p:cNvPicPr/>
          <p:nvPr/>
        </p:nvPicPr>
        <p:blipFill>
          <a:blip r:embed="rId8"/>
          <a:stretch/>
        </p:blipFill>
        <p:spPr>
          <a:xfrm>
            <a:off x="1302840" y="144000"/>
            <a:ext cx="807840" cy="1687320"/>
          </a:xfrm>
          <a:prstGeom prst="rect">
            <a:avLst/>
          </a:prstGeom>
          <a:noFill/>
          <a:ln w="38160">
            <a:noFill/>
          </a:ln>
        </p:spPr>
      </p:pic>
      <p:pic>
        <p:nvPicPr>
          <p:cNvPr id="74" name="Image 73"/>
          <p:cNvPicPr/>
          <p:nvPr/>
        </p:nvPicPr>
        <p:blipFill>
          <a:blip r:embed="rId9"/>
          <a:stretch/>
        </p:blipFill>
        <p:spPr>
          <a:xfrm>
            <a:off x="216000" y="145440"/>
            <a:ext cx="807840" cy="1687320"/>
          </a:xfrm>
          <a:prstGeom prst="rect">
            <a:avLst/>
          </a:prstGeom>
          <a:noFill/>
          <a:ln w="38160">
            <a:noFill/>
          </a:ln>
        </p:spPr>
      </p:pic>
      <p:pic>
        <p:nvPicPr>
          <p:cNvPr id="75" name="Image 74"/>
          <p:cNvPicPr/>
          <p:nvPr/>
        </p:nvPicPr>
        <p:blipFill>
          <a:blip r:embed="rId10"/>
          <a:stretch/>
        </p:blipFill>
        <p:spPr>
          <a:xfrm>
            <a:off x="540000" y="2700000"/>
            <a:ext cx="942480" cy="1800000"/>
          </a:xfrm>
          <a:prstGeom prst="rect">
            <a:avLst/>
          </a:prstGeom>
          <a:noFill/>
          <a:ln w="38160">
            <a:noFill/>
          </a:ln>
        </p:spPr>
      </p:pic>
      <p:pic>
        <p:nvPicPr>
          <p:cNvPr id="76" name="Image 75"/>
          <p:cNvPicPr/>
          <p:nvPr/>
        </p:nvPicPr>
        <p:blipFill>
          <a:blip r:embed="rId11"/>
          <a:stretch/>
        </p:blipFill>
        <p:spPr>
          <a:xfrm>
            <a:off x="1829160" y="2700000"/>
            <a:ext cx="942840" cy="1800000"/>
          </a:xfrm>
          <a:prstGeom prst="rect">
            <a:avLst/>
          </a:prstGeom>
          <a:noFill/>
          <a:ln w="38160">
            <a:noFill/>
          </a:ln>
        </p:spPr>
      </p:pic>
      <p:sp>
        <p:nvSpPr>
          <p:cNvPr id="77" name="Right Arrow 15"/>
          <p:cNvSpPr/>
          <p:nvPr/>
        </p:nvSpPr>
        <p:spPr>
          <a:xfrm>
            <a:off x="1554480" y="3477960"/>
            <a:ext cx="204840" cy="158040"/>
          </a:xfrm>
          <a:prstGeom prst="rightArrow">
            <a:avLst>
              <a:gd name="adj1" fmla="val 50000"/>
              <a:gd name="adj2" fmla="val 50000"/>
            </a:avLst>
          </a:prstGeom>
          <a:gradFill rotWithShape="0">
            <a:gsLst>
              <a:gs pos="10000">
                <a:srgbClr val="15E9B5"/>
              </a:gs>
              <a:gs pos="75000">
                <a:srgbClr val="00167E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34200" rIns="90000" bIns="34200" anchor="ctr">
            <a:noAutofit/>
          </a:bodyPr>
          <a:lstStyle/>
          <a:p>
            <a:endParaRPr lang="en-GB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8" name="Right Arrow 16"/>
          <p:cNvSpPr/>
          <p:nvPr/>
        </p:nvSpPr>
        <p:spPr>
          <a:xfrm>
            <a:off x="1055160" y="828000"/>
            <a:ext cx="204840" cy="158040"/>
          </a:xfrm>
          <a:prstGeom prst="rightArrow">
            <a:avLst>
              <a:gd name="adj1" fmla="val 50000"/>
              <a:gd name="adj2" fmla="val 50000"/>
            </a:avLst>
          </a:prstGeom>
          <a:gradFill rotWithShape="0">
            <a:gsLst>
              <a:gs pos="10000">
                <a:srgbClr val="15E9B5"/>
              </a:gs>
              <a:gs pos="75000">
                <a:srgbClr val="00167E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34200" rIns="90000" bIns="34200" anchor="ctr">
            <a:noAutofit/>
          </a:bodyPr>
          <a:lstStyle/>
          <a:p>
            <a:endParaRPr lang="en-GB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9" name="Content Placeholder 2"/>
          <p:cNvSpPr txBox="1"/>
          <p:nvPr/>
        </p:nvSpPr>
        <p:spPr>
          <a:xfrm>
            <a:off x="3240000" y="2530800"/>
            <a:ext cx="5760000" cy="14292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6600" b="1" u="none" strike="noStrike">
                <a:solidFill>
                  <a:srgbClr val="000000"/>
                </a:solidFill>
                <a:effectLst/>
                <a:uFillTx/>
                <a:latin typeface="Segoe UI"/>
                <a:ea typeface="Segoe UI"/>
              </a:rPr>
              <a:t>7 CLICKS VS 1</a:t>
            </a:r>
            <a:endParaRPr lang="en-GB" sz="6600" b="1" u="none" strike="noStrike">
              <a:solidFill>
                <a:srgbClr val="000000"/>
              </a:solidFill>
              <a:effectLst/>
              <a:uFillTx/>
              <a:latin typeface="Segoe UI"/>
            </a:endParaRPr>
          </a:p>
        </p:txBody>
      </p:sp>
      <p:sp>
        <p:nvSpPr>
          <p:cNvPr id="80" name="Right Arrow 10"/>
          <p:cNvSpPr/>
          <p:nvPr/>
        </p:nvSpPr>
        <p:spPr>
          <a:xfrm>
            <a:off x="2135160" y="849960"/>
            <a:ext cx="204840" cy="158040"/>
          </a:xfrm>
          <a:prstGeom prst="rightArrow">
            <a:avLst>
              <a:gd name="adj1" fmla="val 50000"/>
              <a:gd name="adj2" fmla="val 50000"/>
            </a:avLst>
          </a:prstGeom>
          <a:gradFill rotWithShape="0">
            <a:gsLst>
              <a:gs pos="10000">
                <a:srgbClr val="15E9B5"/>
              </a:gs>
              <a:gs pos="75000">
                <a:srgbClr val="00167E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34200" rIns="90000" bIns="34200" anchor="ctr">
            <a:noAutofit/>
          </a:bodyPr>
          <a:lstStyle/>
          <a:p>
            <a:endParaRPr lang="en-GB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81" name="Right Arrow 11"/>
          <p:cNvSpPr/>
          <p:nvPr/>
        </p:nvSpPr>
        <p:spPr>
          <a:xfrm>
            <a:off x="3240000" y="849960"/>
            <a:ext cx="204840" cy="158040"/>
          </a:xfrm>
          <a:prstGeom prst="rightArrow">
            <a:avLst>
              <a:gd name="adj1" fmla="val 50000"/>
              <a:gd name="adj2" fmla="val 50000"/>
            </a:avLst>
          </a:prstGeom>
          <a:gradFill rotWithShape="0">
            <a:gsLst>
              <a:gs pos="10000">
                <a:srgbClr val="15E9B5"/>
              </a:gs>
              <a:gs pos="75000">
                <a:srgbClr val="00167E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34200" rIns="90000" bIns="34200" anchor="ctr">
            <a:noAutofit/>
          </a:bodyPr>
          <a:lstStyle/>
          <a:p>
            <a:endParaRPr lang="en-GB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82" name="Right Arrow 12"/>
          <p:cNvSpPr/>
          <p:nvPr/>
        </p:nvSpPr>
        <p:spPr>
          <a:xfrm>
            <a:off x="4356000" y="864000"/>
            <a:ext cx="204840" cy="158040"/>
          </a:xfrm>
          <a:prstGeom prst="rightArrow">
            <a:avLst>
              <a:gd name="adj1" fmla="val 50000"/>
              <a:gd name="adj2" fmla="val 50000"/>
            </a:avLst>
          </a:prstGeom>
          <a:gradFill rotWithShape="0">
            <a:gsLst>
              <a:gs pos="10000">
                <a:srgbClr val="15E9B5"/>
              </a:gs>
              <a:gs pos="75000">
                <a:srgbClr val="00167E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34200" rIns="90000" bIns="34200" anchor="ctr">
            <a:noAutofit/>
          </a:bodyPr>
          <a:lstStyle/>
          <a:p>
            <a:endParaRPr lang="en-GB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83" name="Right Arrow 13"/>
          <p:cNvSpPr/>
          <p:nvPr/>
        </p:nvSpPr>
        <p:spPr>
          <a:xfrm>
            <a:off x="5478840" y="864000"/>
            <a:ext cx="204840" cy="158040"/>
          </a:xfrm>
          <a:prstGeom prst="rightArrow">
            <a:avLst>
              <a:gd name="adj1" fmla="val 50000"/>
              <a:gd name="adj2" fmla="val 50000"/>
            </a:avLst>
          </a:prstGeom>
          <a:gradFill rotWithShape="0">
            <a:gsLst>
              <a:gs pos="10000">
                <a:srgbClr val="15E9B5"/>
              </a:gs>
              <a:gs pos="75000">
                <a:srgbClr val="00167E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34200" rIns="90000" bIns="34200" anchor="ctr">
            <a:noAutofit/>
          </a:bodyPr>
          <a:lstStyle/>
          <a:p>
            <a:endParaRPr lang="en-GB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84" name="Right Arrow 14"/>
          <p:cNvSpPr/>
          <p:nvPr/>
        </p:nvSpPr>
        <p:spPr>
          <a:xfrm>
            <a:off x="6622560" y="870120"/>
            <a:ext cx="204840" cy="158040"/>
          </a:xfrm>
          <a:prstGeom prst="rightArrow">
            <a:avLst>
              <a:gd name="adj1" fmla="val 50000"/>
              <a:gd name="adj2" fmla="val 50000"/>
            </a:avLst>
          </a:prstGeom>
          <a:gradFill rotWithShape="0">
            <a:gsLst>
              <a:gs pos="10000">
                <a:srgbClr val="15E9B5"/>
              </a:gs>
              <a:gs pos="75000">
                <a:srgbClr val="00167E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34200" rIns="90000" bIns="34200" anchor="ctr">
            <a:noAutofit/>
          </a:bodyPr>
          <a:lstStyle/>
          <a:p>
            <a:endParaRPr lang="en-GB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85" name="Right Arrow 17"/>
          <p:cNvSpPr/>
          <p:nvPr/>
        </p:nvSpPr>
        <p:spPr>
          <a:xfrm>
            <a:off x="7751160" y="885960"/>
            <a:ext cx="204840" cy="158040"/>
          </a:xfrm>
          <a:prstGeom prst="rightArrow">
            <a:avLst>
              <a:gd name="adj1" fmla="val 50000"/>
              <a:gd name="adj2" fmla="val 50000"/>
            </a:avLst>
          </a:prstGeom>
          <a:gradFill rotWithShape="0">
            <a:gsLst>
              <a:gs pos="10000">
                <a:srgbClr val="15E9B5"/>
              </a:gs>
              <a:gs pos="75000">
                <a:srgbClr val="00167E"/>
              </a:gs>
            </a:gsLst>
            <a:path path="circle">
              <a:fillToRect r="100000" b="10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34200" rIns="90000" bIns="34200" anchor="ctr">
            <a:noAutofit/>
          </a:bodyPr>
          <a:lstStyle/>
          <a:p>
            <a:endParaRPr lang="en-GB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86" name="Connecteur droit 85"/>
          <p:cNvSpPr/>
          <p:nvPr/>
        </p:nvSpPr>
        <p:spPr>
          <a:xfrm>
            <a:off x="0" y="2160000"/>
            <a:ext cx="9144000" cy="0"/>
          </a:xfrm>
          <a:prstGeom prst="line">
            <a:avLst/>
          </a:prstGeom>
          <a:ln w="38160">
            <a:solidFill>
              <a:srgbClr val="729FC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5000" rIns="90000" bIns="-45000" anchor="ctr">
            <a:noAutofit/>
          </a:bodyPr>
          <a:lstStyle/>
          <a:p>
            <a:endParaRPr lang="en-GB" sz="1800" b="0" u="none" strike="noStrike">
              <a:solidFill>
                <a:srgbClr val="000000"/>
              </a:solidFill>
              <a:effectLst/>
              <a:uFillTx/>
              <a:latin typeface="Noto San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Title 1"/>
          <p:cNvSpPr txBox="1"/>
          <p:nvPr/>
        </p:nvSpPr>
        <p:spPr>
          <a:xfrm>
            <a:off x="756360" y="360000"/>
            <a:ext cx="5543640" cy="76032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GB" sz="2800" b="1" u="none" strike="noStrike" dirty="0">
                <a:solidFill>
                  <a:srgbClr val="000000"/>
                </a:solidFill>
                <a:effectLst/>
                <a:uFillTx/>
                <a:latin typeface="Segoe UI"/>
                <a:ea typeface="Segoe UI"/>
              </a:rPr>
              <a:t>Key takeaways</a:t>
            </a:r>
            <a:endParaRPr lang="en-GB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itle 3"/>
          <p:cNvSpPr txBox="1"/>
          <p:nvPr/>
        </p:nvSpPr>
        <p:spPr>
          <a:xfrm>
            <a:off x="720000" y="1759680"/>
            <a:ext cx="9143640" cy="76032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>
              <a:lnSpc>
                <a:spcPct val="100000"/>
              </a:lnSpc>
              <a:buClr>
                <a:srgbClr val="000000"/>
              </a:buClr>
            </a:pPr>
            <a:br>
              <a:rPr sz="2800" dirty="0"/>
            </a:br>
            <a:r>
              <a:rPr lang="en-GB" sz="2800" b="0" u="none" strike="noStrike" dirty="0">
                <a:solidFill>
                  <a:srgbClr val="000000"/>
                </a:solidFill>
                <a:effectLst/>
                <a:uFillTx/>
                <a:latin typeface="Segoe UI"/>
                <a:ea typeface="Segoe UI"/>
              </a:rPr>
              <a:t> -  Better user retention</a:t>
            </a:r>
            <a:br>
              <a:rPr sz="2800" dirty="0"/>
            </a:br>
            <a:r>
              <a:rPr lang="en-GB" sz="2800" b="0" u="none" strike="noStrike" dirty="0">
                <a:solidFill>
                  <a:srgbClr val="000000"/>
                </a:solidFill>
                <a:effectLst/>
                <a:uFillTx/>
                <a:latin typeface="Segoe UI"/>
                <a:ea typeface="Segoe UI"/>
              </a:rPr>
              <a:t> -  Faster navigation</a:t>
            </a:r>
            <a:br>
              <a:rPr sz="2800" dirty="0"/>
            </a:br>
            <a:r>
              <a:rPr lang="en-GB" sz="2800" b="0" u="none" strike="noStrike" dirty="0">
                <a:solidFill>
                  <a:srgbClr val="000000"/>
                </a:solidFill>
                <a:effectLst/>
                <a:uFillTx/>
                <a:latin typeface="Segoe UI"/>
                <a:ea typeface="Segoe UI"/>
              </a:rPr>
              <a:t> -  Application feedback</a:t>
            </a:r>
            <a:endParaRPr lang="en-GB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-274602" y="2059513"/>
            <a:ext cx="9143640" cy="760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l">
              <a:lnSpc>
                <a:spcPct val="100000"/>
              </a:lnSpc>
              <a:buNone/>
            </a:pPr>
            <a:r>
              <a:rPr lang="en-GB" sz="2800" b="1" u="none" strike="noStrike" dirty="0">
                <a:solidFill>
                  <a:srgbClr val="000000"/>
                </a:solidFill>
                <a:effectLst/>
                <a:uFillTx/>
                <a:latin typeface="Segoe UI"/>
                <a:ea typeface="Segoe UI"/>
              </a:rPr>
              <a:t>Questions ?</a:t>
            </a:r>
            <a:endParaRPr lang="en-GB" sz="2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" name="Picture 6">
            <a:extLst>
              <a:ext uri="{FF2B5EF4-FFF2-40B4-BE49-F238E27FC236}">
                <a16:creationId xmlns:a16="http://schemas.microsoft.com/office/drawing/2014/main" id="{B28239CC-8C6D-E4A7-CB54-B5BC986D2E34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6400868" y="484333"/>
            <a:ext cx="1975680" cy="3910680"/>
          </a:xfrm>
          <a:prstGeom prst="rect">
            <a:avLst/>
          </a:prstGeom>
          <a:noFill/>
          <a:ln w="0">
            <a:solidFill>
              <a:srgbClr val="777777"/>
            </a:solidFill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default">
  <a:themeElements>
    <a:clrScheme name="Simple Light">
      <a:dk1>
        <a:srgbClr val="333333"/>
      </a:dk1>
      <a:lt1>
        <a:srgbClr val="FDFDFD"/>
      </a:lt1>
      <a:dk2>
        <a:srgbClr val="E8E7E7"/>
      </a:dk2>
      <a:lt2>
        <a:srgbClr val="B2B2B2"/>
      </a:lt2>
      <a:accent1>
        <a:srgbClr val="777777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333333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412</TotalTime>
  <Words>39</Words>
  <Application>Microsoft Macintosh PowerPoint</Application>
  <PresentationFormat>On-screen Show (16:9)</PresentationFormat>
  <Paragraphs>5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2" baseType="lpstr">
      <vt:lpstr>Arial</vt:lpstr>
      <vt:lpstr>Noto Sans</vt:lpstr>
      <vt:lpstr>Noto Serif</vt:lpstr>
      <vt:lpstr>Segoe UI</vt:lpstr>
      <vt:lpstr>Symbol</vt:lpstr>
      <vt:lpstr>Wingdings</vt:lpstr>
      <vt:lpstr>default</vt:lpstr>
      <vt:lpstr>PowerPoint Presentation</vt:lpstr>
      <vt:lpstr>PowerPoint Presentation</vt:lpstr>
      <vt:lpstr>PowerPoint Presentation</vt:lpstr>
      <vt:lpstr>PowerPoint Presentation</vt:lpstr>
      <vt:lpstr>Questions 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dc:description/>
  <cp:lastModifiedBy>Monod Valentin</cp:lastModifiedBy>
  <cp:revision>114</cp:revision>
  <dcterms:modified xsi:type="dcterms:W3CDTF">2026-10-04T11:09:18Z</dcterms:modified>
  <dc:language>en-GB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(16:9)</vt:lpwstr>
  </property>
  <property fmtid="{D5CDD505-2E9C-101B-9397-08002B2CF9AE}" pid="3" name="Slides">
    <vt:i4>3</vt:i4>
  </property>
</Properties>
</file>