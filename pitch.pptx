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8" r:id="rId1"/>
  </p:sldMasterIdLst>
  <p:notesMasterIdLst>
    <p:notesMasterId r:id="rId5"/>
  </p:notesMasterIdLst>
  <p:handoutMasterIdLst>
    <p:handoutMasterId r:id="rId6"/>
  </p:handoutMasterIdLst>
  <p:sldIdLst>
    <p:sldId id="284" r:id="rId2"/>
    <p:sldId id="286" r:id="rId3"/>
    <p:sldId id="272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67E"/>
    <a:srgbClr val="15E9B5"/>
    <a:srgbClr val="E8E7E7"/>
    <a:srgbClr val="FFFFF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AE5B15-D8B6-4BB7-8092-0A33348BC5F4}">
  <a:tblStyle styleId="{7CAE5B15-D8B6-4BB7-8092-0A33348BC5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5"/>
    <p:restoredTop sz="93813"/>
  </p:normalViewPr>
  <p:slideViewPr>
    <p:cSldViewPr snapToGrid="0">
      <p:cViewPr varScale="1">
        <p:scale>
          <a:sx n="191" d="100"/>
          <a:sy n="191" d="100"/>
        </p:scale>
        <p:origin x="28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67" d="100"/>
          <a:sy n="167" d="100"/>
        </p:scale>
        <p:origin x="664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E0BEEF-A1DB-DA31-93C0-1D0FB1C03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B8822-B0B3-1553-5D5F-26CD5A1E47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F81C2-56C3-1848-86A9-32AC19453D86}" type="datetimeFigureOut">
              <a:rPr lang="en-CH" smtClean="0"/>
              <a:t>04.10.2026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58EDD0-215E-F568-CD5E-B26DF11D2D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30D0D-AFEB-1588-3126-78B210A945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51854-2E11-C24C-A602-AB148D6ACCE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39986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 userDrawn="1">
  <p:cSld name="basic0"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9;p25">
            <a:extLst>
              <a:ext uri="{FF2B5EF4-FFF2-40B4-BE49-F238E27FC236}">
                <a16:creationId xmlns:a16="http://schemas.microsoft.com/office/drawing/2014/main" id="{1542654D-410C-167A-F954-A9D1C26872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190" y="404191"/>
            <a:ext cx="833561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3" name="Google Shape;60;p7">
            <a:extLst>
              <a:ext uri="{FF2B5EF4-FFF2-40B4-BE49-F238E27FC236}">
                <a16:creationId xmlns:a16="http://schemas.microsoft.com/office/drawing/2014/main" id="{DB11B2EF-DC07-D780-2488-0D83527B5245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04192" y="1169287"/>
            <a:ext cx="8335617" cy="35700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85750" lvl="0" indent="-285750" rtl="0">
              <a:spcBef>
                <a:spcPts val="0"/>
              </a:spcBef>
              <a:spcAft>
                <a:spcPts val="0"/>
              </a:spcAft>
              <a:buSzPct val="120000"/>
              <a:buFont typeface="Arial" panose="020B0604020202020204" pitchFamily="34" charset="0"/>
              <a:buChar char="•"/>
              <a:defRPr sz="1800" b="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Hanken Grotesk"/>
              </a:defRPr>
            </a:lvl1pPr>
            <a:lvl2pPr marL="88200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70000"/>
              <a:buFont typeface="Courier New" panose="02070309020205020404" pitchFamily="49" charset="0"/>
              <a:buChar char="o"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fr-CH" dirty="0"/>
              <a:t>…</a:t>
            </a:r>
          </a:p>
          <a:p>
            <a:pPr lvl="1"/>
            <a:r>
              <a:rPr lang="fr-CH" dirty="0"/>
              <a:t>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81B9F-3537-D941-01EB-949481C43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01806-230B-6440-A08F-9AA62152E9F2}" type="slidenum">
              <a:rPr lang="en-CH" smtClean="0"/>
              <a:pPr/>
              <a:t>‹#›</a:t>
            </a:fld>
            <a:endParaRPr lang="en-CH"/>
          </a:p>
        </p:txBody>
      </p:sp>
      <p:sp>
        <p:nvSpPr>
          <p:cNvPr id="4" name="Google Shape;89;p13">
            <a:extLst>
              <a:ext uri="{FF2B5EF4-FFF2-40B4-BE49-F238E27FC236}">
                <a16:creationId xmlns:a16="http://schemas.microsoft.com/office/drawing/2014/main" id="{D1E9C811-9EEF-1C73-E2F2-839F51A507F5}"/>
              </a:ext>
            </a:extLst>
          </p:cNvPr>
          <p:cNvSpPr/>
          <p:nvPr userDrawn="1"/>
        </p:nvSpPr>
        <p:spPr>
          <a:xfrm>
            <a:off x="8213249" y="4204325"/>
            <a:ext cx="1861500" cy="1861500"/>
          </a:xfrm>
          <a:prstGeom prst="ellipse">
            <a:avLst/>
          </a:prstGeom>
          <a:solidFill>
            <a:srgbClr val="E8E7E7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701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master_title"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;p2">
            <a:extLst>
              <a:ext uri="{FF2B5EF4-FFF2-40B4-BE49-F238E27FC236}">
                <a16:creationId xmlns:a16="http://schemas.microsoft.com/office/drawing/2014/main" id="{9B39457F-4513-4208-DF1C-B60FD66461D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1" y="2211750"/>
            <a:ext cx="9144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FFC7AE-29AF-9A5D-5754-E3137F6EB0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301806-230B-6440-A08F-9AA62152E9F2}" type="slidenum">
              <a:rPr lang="en-CH" smtClean="0"/>
              <a:t>‹#›</a:t>
            </a:fld>
            <a:endParaRPr lang="en-CH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71EDB5-CACD-AF60-ADC6-F462896F6F5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4324927"/>
            <a:ext cx="9143999" cy="34955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445523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 userDrawn="1">
  <p:cSld name="summary">
    <p:bg>
      <p:bgPr>
        <a:solidFill>
          <a:srgbClr val="FFFFFF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404191" y="398705"/>
            <a:ext cx="833561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5" hasCustomPrompt="1"/>
          </p:nvPr>
        </p:nvSpPr>
        <p:spPr>
          <a:xfrm>
            <a:off x="663199" y="1252126"/>
            <a:ext cx="57393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 b="1" i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</a:t>
            </a:r>
            <a:r>
              <a:rPr lang="fr-CH" dirty="0"/>
              <a:t>x</a:t>
            </a:r>
            <a:endParaRPr dirty="0"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667809" y="3063940"/>
            <a:ext cx="569319" cy="572699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 b="1" i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7" hasCustomPrompt="1"/>
          </p:nvPr>
        </p:nvSpPr>
        <p:spPr>
          <a:xfrm>
            <a:off x="663199" y="2158033"/>
            <a:ext cx="573929" cy="572699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 b="1" i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8" hasCustomPrompt="1"/>
          </p:nvPr>
        </p:nvSpPr>
        <p:spPr>
          <a:xfrm>
            <a:off x="4608989" y="3077363"/>
            <a:ext cx="573929" cy="572699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 b="1" i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14" hasCustomPrompt="1"/>
          </p:nvPr>
        </p:nvSpPr>
        <p:spPr>
          <a:xfrm>
            <a:off x="4608990" y="2171456"/>
            <a:ext cx="573929" cy="572699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 b="1" i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5" hasCustomPrompt="1"/>
          </p:nvPr>
        </p:nvSpPr>
        <p:spPr>
          <a:xfrm>
            <a:off x="4608992" y="1253241"/>
            <a:ext cx="573926" cy="571585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 b="1" i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6"/>
          </p:nvPr>
        </p:nvSpPr>
        <p:spPr>
          <a:xfrm>
            <a:off x="1330307" y="1365623"/>
            <a:ext cx="3075846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200" b="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7"/>
          </p:nvPr>
        </p:nvSpPr>
        <p:spPr>
          <a:xfrm>
            <a:off x="1334102" y="2263291"/>
            <a:ext cx="3071995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200" b="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8"/>
          </p:nvPr>
        </p:nvSpPr>
        <p:spPr>
          <a:xfrm>
            <a:off x="1330311" y="3182173"/>
            <a:ext cx="3071996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200" b="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9"/>
          </p:nvPr>
        </p:nvSpPr>
        <p:spPr>
          <a:xfrm>
            <a:off x="5292745" y="3206161"/>
            <a:ext cx="3074455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200" b="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20"/>
          </p:nvPr>
        </p:nvSpPr>
        <p:spPr>
          <a:xfrm>
            <a:off x="5292745" y="2276714"/>
            <a:ext cx="3074455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200" b="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21"/>
          </p:nvPr>
        </p:nvSpPr>
        <p:spPr>
          <a:xfrm>
            <a:off x="5292745" y="1365623"/>
            <a:ext cx="3074455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200" b="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ADD47F-C6C0-F26A-C492-9CB9F40D184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DB301806-230B-6440-A08F-9AA62152E9F2}" type="slidenum">
              <a:rPr lang="en-CH" smtClean="0"/>
              <a:pPr/>
              <a:t>‹#›</a:t>
            </a:fld>
            <a:endParaRPr lang="en-CH"/>
          </a:p>
        </p:txBody>
      </p:sp>
      <p:sp>
        <p:nvSpPr>
          <p:cNvPr id="4" name="Google Shape;89;p13">
            <a:extLst>
              <a:ext uri="{FF2B5EF4-FFF2-40B4-BE49-F238E27FC236}">
                <a16:creationId xmlns:a16="http://schemas.microsoft.com/office/drawing/2014/main" id="{77641BA7-A402-350E-DE90-1A0678D48F0C}"/>
              </a:ext>
            </a:extLst>
          </p:cNvPr>
          <p:cNvSpPr/>
          <p:nvPr userDrawn="1"/>
        </p:nvSpPr>
        <p:spPr>
          <a:xfrm>
            <a:off x="-930750" y="4204325"/>
            <a:ext cx="1861500" cy="1861500"/>
          </a:xfrm>
          <a:prstGeom prst="ellipse">
            <a:avLst/>
          </a:prstGeom>
          <a:solidFill>
            <a:srgbClr val="E8E7E7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9749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1"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80A0AB7-F205-B7D5-A19F-9A16966805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7424" y="533550"/>
            <a:ext cx="812800" cy="766745"/>
          </a:xfrm>
          <a:prstGeom prst="rect">
            <a:avLst/>
          </a:prstGeom>
          <a:solidFill>
            <a:srgbClr val="333333"/>
          </a:solidFill>
        </p:spPr>
        <p:txBody>
          <a:bodyPr wrap="square" lIns="0" tIns="0" rIns="90000" bIns="0" anchor="ctr" anchorCtr="1"/>
          <a:lstStyle>
            <a:lvl1pPr marL="139700" indent="0" algn="ctr">
              <a:buNone/>
              <a:defRPr sz="3300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CH" dirty="0"/>
              <a:t>00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FFC7AE-29AF-9A5D-5754-E3137F6EB0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301806-230B-6440-A08F-9AA62152E9F2}" type="slidenum">
              <a:rPr lang="en-CH" smtClean="0"/>
              <a:t>‹#›</a:t>
            </a:fld>
            <a:endParaRPr lang="en-CH"/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id="{E3F01F91-D0EC-1488-87F5-482005709D84}"/>
              </a:ext>
            </a:extLst>
          </p:cNvPr>
          <p:cNvSpPr/>
          <p:nvPr userDrawn="1"/>
        </p:nvSpPr>
        <p:spPr>
          <a:xfrm>
            <a:off x="8213249" y="4204325"/>
            <a:ext cx="1861500" cy="1861500"/>
          </a:xfrm>
          <a:prstGeom prst="ellipse">
            <a:avLst/>
          </a:prstGeom>
          <a:solidFill>
            <a:srgbClr val="E8E7E7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14;p2">
            <a:extLst>
              <a:ext uri="{FF2B5EF4-FFF2-40B4-BE49-F238E27FC236}">
                <a16:creationId xmlns:a16="http://schemas.microsoft.com/office/drawing/2014/main" id="{04088D04-562E-A377-DDC4-89B40BC5F9B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1" y="2211750"/>
            <a:ext cx="9144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7417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2"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FBE8503-B0BA-47FA-880A-CC8A48D481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08855" y="533550"/>
            <a:ext cx="812800" cy="766745"/>
          </a:xfrm>
          <a:prstGeom prst="rect">
            <a:avLst/>
          </a:prstGeom>
          <a:solidFill>
            <a:srgbClr val="333333"/>
          </a:solidFill>
        </p:spPr>
        <p:txBody>
          <a:bodyPr wrap="square" lIns="0" tIns="0" rIns="90000" bIns="0" anchor="ctr" anchorCtr="1"/>
          <a:lstStyle>
            <a:lvl1pPr marL="139700" indent="0" algn="ctr">
              <a:buNone/>
              <a:defRPr sz="3300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CH" dirty="0"/>
              <a:t>00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4D03EE-81C6-A9F9-DCDD-8D1E34797D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301806-230B-6440-A08F-9AA62152E9F2}" type="slidenum">
              <a:rPr lang="en-CH" smtClean="0"/>
              <a:t>‹#›</a:t>
            </a:fld>
            <a:endParaRPr lang="en-CH"/>
          </a:p>
        </p:txBody>
      </p:sp>
      <p:sp>
        <p:nvSpPr>
          <p:cNvPr id="6" name="Google Shape;14;p2">
            <a:extLst>
              <a:ext uri="{FF2B5EF4-FFF2-40B4-BE49-F238E27FC236}">
                <a16:creationId xmlns:a16="http://schemas.microsoft.com/office/drawing/2014/main" id="{2F4B66B8-680D-60A0-F606-4587655720B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1" y="2211750"/>
            <a:ext cx="9144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7" name="Google Shape;89;p13">
            <a:extLst>
              <a:ext uri="{FF2B5EF4-FFF2-40B4-BE49-F238E27FC236}">
                <a16:creationId xmlns:a16="http://schemas.microsoft.com/office/drawing/2014/main" id="{9636FCB0-08D8-8D06-794A-CFE17FD52D07}"/>
              </a:ext>
            </a:extLst>
          </p:cNvPr>
          <p:cNvSpPr/>
          <p:nvPr userDrawn="1"/>
        </p:nvSpPr>
        <p:spPr>
          <a:xfrm>
            <a:off x="-930750" y="4204325"/>
            <a:ext cx="1861500" cy="1861500"/>
          </a:xfrm>
          <a:prstGeom prst="ellipse">
            <a:avLst/>
          </a:prstGeom>
          <a:solidFill>
            <a:srgbClr val="E8E7E7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1658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title3"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4B3F7463-B2AF-A76B-0078-2596A2DB1B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7300" y="533425"/>
            <a:ext cx="812800" cy="766745"/>
          </a:xfrm>
          <a:prstGeom prst="rect">
            <a:avLst/>
          </a:prstGeom>
          <a:solidFill>
            <a:srgbClr val="333333"/>
          </a:solidFill>
        </p:spPr>
        <p:txBody>
          <a:bodyPr wrap="square" lIns="0" tIns="0" rIns="90000" bIns="0" anchor="ctr" anchorCtr="1"/>
          <a:lstStyle>
            <a:lvl1pPr marL="139700" indent="0" algn="ctr">
              <a:buNone/>
              <a:defRPr sz="3300" b="1" i="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CH" dirty="0"/>
              <a:t>00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8C3AC5-C536-B3BA-A103-1B10E197B5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301806-230B-6440-A08F-9AA62152E9F2}" type="slidenum">
              <a:rPr lang="en-CH" smtClean="0"/>
              <a:t>‹#›</a:t>
            </a:fld>
            <a:endParaRPr lang="en-CH"/>
          </a:p>
        </p:txBody>
      </p:sp>
      <p:sp>
        <p:nvSpPr>
          <p:cNvPr id="6" name="Google Shape;14;p2">
            <a:extLst>
              <a:ext uri="{FF2B5EF4-FFF2-40B4-BE49-F238E27FC236}">
                <a16:creationId xmlns:a16="http://schemas.microsoft.com/office/drawing/2014/main" id="{06173B7B-6A5B-7942-D5E1-412D8DF93C3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1" y="2211750"/>
            <a:ext cx="91440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7" name="Google Shape;89;p13">
            <a:extLst>
              <a:ext uri="{FF2B5EF4-FFF2-40B4-BE49-F238E27FC236}">
                <a16:creationId xmlns:a16="http://schemas.microsoft.com/office/drawing/2014/main" id="{A6525F37-B271-BF3C-B1C0-C263B4CDB11F}"/>
              </a:ext>
            </a:extLst>
          </p:cNvPr>
          <p:cNvSpPr/>
          <p:nvPr userDrawn="1"/>
        </p:nvSpPr>
        <p:spPr>
          <a:xfrm>
            <a:off x="3641249" y="4204325"/>
            <a:ext cx="1861500" cy="1861500"/>
          </a:xfrm>
          <a:prstGeom prst="ellipse">
            <a:avLst/>
          </a:prstGeom>
          <a:solidFill>
            <a:srgbClr val="E8E7E7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144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2_col">
    <p:bg>
      <p:bgPr>
        <a:solidFill>
          <a:srgbClr val="FFFFFF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subTitle" idx="1" hasCustomPrompt="1"/>
          </p:nvPr>
        </p:nvSpPr>
        <p:spPr>
          <a:xfrm>
            <a:off x="4967007" y="1736553"/>
            <a:ext cx="37728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00" b="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Hanken Grotesk"/>
              </a:defRPr>
            </a:lvl1pPr>
            <a:lvl2pPr marL="88265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8000"/>
              <a:buFont typeface="Courier New" panose="02070309020205020404" pitchFamily="49" charset="0"/>
              <a:buChar char="o"/>
              <a:defRPr lang="fr-CH" sz="1800" b="0" i="0" u="none" strike="noStrike" cap="none" dirty="0" err="1" smtClean="0">
                <a:solidFill>
                  <a:schemeClr val="dk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Hanken Grotes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r>
              <a:rPr lang="fr-CH" dirty="0"/>
              <a:t>...</a:t>
            </a:r>
          </a:p>
          <a:p>
            <a:pPr lvl="1"/>
            <a:r>
              <a:rPr lang="fr-CH" dirty="0"/>
              <a:t>...</a:t>
            </a:r>
          </a:p>
          <a:p>
            <a:pPr lvl="1"/>
            <a:endParaRPr dirty="0"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2" hasCustomPrompt="1"/>
          </p:nvPr>
        </p:nvSpPr>
        <p:spPr>
          <a:xfrm>
            <a:off x="404191" y="1736553"/>
            <a:ext cx="37728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00" b="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Hanken Grotesk"/>
              </a:defRPr>
            </a:lvl1pPr>
            <a:lvl2pPr marL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882000" lvl="2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0000"/>
              <a:buFont typeface="Courier New" panose="02070309020205020404" pitchFamily="49" charset="0"/>
              <a:buChar char="o"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r>
              <a:rPr lang="fr-CH" dirty="0"/>
              <a:t>…</a:t>
            </a:r>
          </a:p>
          <a:p>
            <a:pPr lvl="2"/>
            <a:r>
              <a:rPr lang="fr-CH" dirty="0"/>
              <a:t>…</a:t>
            </a:r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3"/>
          </p:nvPr>
        </p:nvSpPr>
        <p:spPr>
          <a:xfrm>
            <a:off x="404191" y="1147481"/>
            <a:ext cx="3772800" cy="4773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 b="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4"/>
          </p:nvPr>
        </p:nvSpPr>
        <p:spPr>
          <a:xfrm>
            <a:off x="4967007" y="1147481"/>
            <a:ext cx="3772800" cy="4773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 b="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2" name="Google Shape;249;p25">
            <a:extLst>
              <a:ext uri="{FF2B5EF4-FFF2-40B4-BE49-F238E27FC236}">
                <a16:creationId xmlns:a16="http://schemas.microsoft.com/office/drawing/2014/main" id="{F083D040-54DC-3328-061D-390248596A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190" y="404191"/>
            <a:ext cx="833561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726F1-B7AE-9E08-76C0-03A04E291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01806-230B-6440-A08F-9AA62152E9F2}" type="slidenum">
              <a:rPr lang="en-CH" smtClean="0"/>
              <a:t>‹#›</a:t>
            </a:fld>
            <a:endParaRPr lang="en-CH"/>
          </a:p>
        </p:txBody>
      </p:sp>
      <p:sp>
        <p:nvSpPr>
          <p:cNvPr id="3" name="Google Shape;89;p13">
            <a:extLst>
              <a:ext uri="{FF2B5EF4-FFF2-40B4-BE49-F238E27FC236}">
                <a16:creationId xmlns:a16="http://schemas.microsoft.com/office/drawing/2014/main" id="{C5BCE589-3FC9-EF6B-F591-5A39B15EFE65}"/>
              </a:ext>
            </a:extLst>
          </p:cNvPr>
          <p:cNvSpPr/>
          <p:nvPr userDrawn="1"/>
        </p:nvSpPr>
        <p:spPr>
          <a:xfrm>
            <a:off x="8213249" y="4204325"/>
            <a:ext cx="1861500" cy="1861500"/>
          </a:xfrm>
          <a:prstGeom prst="ellipse">
            <a:avLst/>
          </a:prstGeom>
          <a:solidFill>
            <a:srgbClr val="E8E7E7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200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 preserve="1" userDrawn="1">
  <p:cSld name="3_col"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>
            <a:spLocks noGrp="1"/>
          </p:cNvSpPr>
          <p:nvPr>
            <p:ph type="subTitle" idx="1"/>
          </p:nvPr>
        </p:nvSpPr>
        <p:spPr>
          <a:xfrm>
            <a:off x="404190" y="1829395"/>
            <a:ext cx="2394680" cy="2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1" name="Google Shape;161;p19"/>
          <p:cNvSpPr txBox="1">
            <a:spLocks noGrp="1"/>
          </p:cNvSpPr>
          <p:nvPr>
            <p:ph type="subTitle" idx="2"/>
          </p:nvPr>
        </p:nvSpPr>
        <p:spPr>
          <a:xfrm>
            <a:off x="3374664" y="1829395"/>
            <a:ext cx="2394676" cy="2402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2" name="Google Shape;162;p19"/>
          <p:cNvSpPr txBox="1">
            <a:spLocks noGrp="1"/>
          </p:cNvSpPr>
          <p:nvPr>
            <p:ph type="subTitle" idx="3"/>
          </p:nvPr>
        </p:nvSpPr>
        <p:spPr>
          <a:xfrm>
            <a:off x="6345127" y="1817160"/>
            <a:ext cx="2394681" cy="24109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3" name="Google Shape;163;p19"/>
          <p:cNvSpPr txBox="1">
            <a:spLocks noGrp="1"/>
          </p:cNvSpPr>
          <p:nvPr>
            <p:ph type="subTitle" idx="4"/>
          </p:nvPr>
        </p:nvSpPr>
        <p:spPr>
          <a:xfrm>
            <a:off x="404189" y="1192435"/>
            <a:ext cx="2394681" cy="4788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 b="1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164" name="Google Shape;164;p19"/>
          <p:cNvSpPr txBox="1">
            <a:spLocks noGrp="1"/>
          </p:cNvSpPr>
          <p:nvPr>
            <p:ph type="subTitle" idx="5"/>
          </p:nvPr>
        </p:nvSpPr>
        <p:spPr>
          <a:xfrm>
            <a:off x="3374660" y="1195797"/>
            <a:ext cx="2394680" cy="4825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 b="1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6"/>
          </p:nvPr>
        </p:nvSpPr>
        <p:spPr>
          <a:xfrm>
            <a:off x="6345127" y="1189116"/>
            <a:ext cx="2394681" cy="4825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 b="1" i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2" name="Google Shape;249;p25">
            <a:extLst>
              <a:ext uri="{FF2B5EF4-FFF2-40B4-BE49-F238E27FC236}">
                <a16:creationId xmlns:a16="http://schemas.microsoft.com/office/drawing/2014/main" id="{26258FD0-2ECF-9BAD-D0CD-76ED21E064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190" y="404191"/>
            <a:ext cx="833561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B2A553-C639-32A4-49BE-2963CF69F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01806-230B-6440-A08F-9AA62152E9F2}" type="slidenum">
              <a:rPr lang="en-CH" smtClean="0"/>
              <a:t>‹#›</a:t>
            </a:fld>
            <a:endParaRPr lang="en-CH"/>
          </a:p>
        </p:txBody>
      </p:sp>
      <p:sp>
        <p:nvSpPr>
          <p:cNvPr id="4" name="Google Shape;89;p13">
            <a:extLst>
              <a:ext uri="{FF2B5EF4-FFF2-40B4-BE49-F238E27FC236}">
                <a16:creationId xmlns:a16="http://schemas.microsoft.com/office/drawing/2014/main" id="{5F09804E-2489-FA7C-6D2C-6F3DC10324D1}"/>
              </a:ext>
            </a:extLst>
          </p:cNvPr>
          <p:cNvSpPr/>
          <p:nvPr userDrawn="1"/>
        </p:nvSpPr>
        <p:spPr>
          <a:xfrm>
            <a:off x="8213249" y="4204325"/>
            <a:ext cx="1861500" cy="1861500"/>
          </a:xfrm>
          <a:prstGeom prst="ellipse">
            <a:avLst/>
          </a:prstGeom>
          <a:solidFill>
            <a:srgbClr val="E8E7E7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946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 preserve="1" userDrawn="1">
  <p:cSld name="2_col_dbl"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>
            <a:spLocks noGrp="1"/>
          </p:cNvSpPr>
          <p:nvPr>
            <p:ph type="subTitle" idx="1"/>
          </p:nvPr>
        </p:nvSpPr>
        <p:spPr>
          <a:xfrm>
            <a:off x="404190" y="1738956"/>
            <a:ext cx="3599575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4" name="Google Shape;204;p22"/>
          <p:cNvSpPr txBox="1">
            <a:spLocks noGrp="1"/>
          </p:cNvSpPr>
          <p:nvPr>
            <p:ph type="subTitle" idx="2"/>
          </p:nvPr>
        </p:nvSpPr>
        <p:spPr>
          <a:xfrm>
            <a:off x="5149484" y="1738956"/>
            <a:ext cx="3599575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5" name="Google Shape;205;p22"/>
          <p:cNvSpPr txBox="1">
            <a:spLocks noGrp="1"/>
          </p:cNvSpPr>
          <p:nvPr>
            <p:ph type="subTitle" idx="3"/>
          </p:nvPr>
        </p:nvSpPr>
        <p:spPr>
          <a:xfrm>
            <a:off x="404190" y="3322956"/>
            <a:ext cx="3599575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6" name="Google Shape;206;p22"/>
          <p:cNvSpPr txBox="1">
            <a:spLocks noGrp="1"/>
          </p:cNvSpPr>
          <p:nvPr>
            <p:ph type="subTitle" idx="4"/>
          </p:nvPr>
        </p:nvSpPr>
        <p:spPr>
          <a:xfrm>
            <a:off x="5149484" y="3322956"/>
            <a:ext cx="3599575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7" name="Google Shape;207;p22"/>
          <p:cNvSpPr txBox="1">
            <a:spLocks noGrp="1"/>
          </p:cNvSpPr>
          <p:nvPr>
            <p:ph type="subTitle" idx="5"/>
          </p:nvPr>
        </p:nvSpPr>
        <p:spPr>
          <a:xfrm>
            <a:off x="404190" y="1189116"/>
            <a:ext cx="3599575" cy="4734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 b="1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208" name="Google Shape;208;p22"/>
          <p:cNvSpPr txBox="1">
            <a:spLocks noGrp="1"/>
          </p:cNvSpPr>
          <p:nvPr>
            <p:ph type="subTitle" idx="6"/>
          </p:nvPr>
        </p:nvSpPr>
        <p:spPr>
          <a:xfrm>
            <a:off x="5140234" y="1189116"/>
            <a:ext cx="3599575" cy="4734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 b="1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209" name="Google Shape;209;p22"/>
          <p:cNvSpPr txBox="1">
            <a:spLocks noGrp="1"/>
          </p:cNvSpPr>
          <p:nvPr>
            <p:ph type="subTitle" idx="7"/>
          </p:nvPr>
        </p:nvSpPr>
        <p:spPr>
          <a:xfrm>
            <a:off x="404190" y="2755609"/>
            <a:ext cx="3599575" cy="4734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 b="1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210" name="Google Shape;210;p22"/>
          <p:cNvSpPr txBox="1">
            <a:spLocks noGrp="1"/>
          </p:cNvSpPr>
          <p:nvPr>
            <p:ph type="subTitle" idx="8"/>
          </p:nvPr>
        </p:nvSpPr>
        <p:spPr>
          <a:xfrm>
            <a:off x="5140234" y="2755610"/>
            <a:ext cx="3599575" cy="4734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 b="1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2" name="Google Shape;249;p25">
            <a:extLst>
              <a:ext uri="{FF2B5EF4-FFF2-40B4-BE49-F238E27FC236}">
                <a16:creationId xmlns:a16="http://schemas.microsoft.com/office/drawing/2014/main" id="{44ACE367-8433-38DB-FAF4-7BE36D526F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191" y="404191"/>
            <a:ext cx="833561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DC8BA1-F759-E33F-8C9F-3632909E5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01806-230B-6440-A08F-9AA62152E9F2}" type="slidenum">
              <a:rPr lang="en-CH" smtClean="0"/>
              <a:t>‹#›</a:t>
            </a:fld>
            <a:endParaRPr lang="en-CH"/>
          </a:p>
        </p:txBody>
      </p:sp>
      <p:sp>
        <p:nvSpPr>
          <p:cNvPr id="4" name="Google Shape;89;p13">
            <a:extLst>
              <a:ext uri="{FF2B5EF4-FFF2-40B4-BE49-F238E27FC236}">
                <a16:creationId xmlns:a16="http://schemas.microsoft.com/office/drawing/2014/main" id="{08B41394-753B-07E5-AF3C-D8865A4F7B2E}"/>
              </a:ext>
            </a:extLst>
          </p:cNvPr>
          <p:cNvSpPr/>
          <p:nvPr userDrawn="1"/>
        </p:nvSpPr>
        <p:spPr>
          <a:xfrm>
            <a:off x="8213249" y="-930750"/>
            <a:ext cx="1861500" cy="1861500"/>
          </a:xfrm>
          <a:prstGeom prst="ellipse">
            <a:avLst/>
          </a:prstGeom>
          <a:solidFill>
            <a:srgbClr val="E8E7E7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1150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2078F-C648-3F37-CDD5-07BCC973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911" y="404191"/>
            <a:ext cx="8312220" cy="64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C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ACD03-669E-1EB4-57BF-5DA993E40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910" y="1246697"/>
            <a:ext cx="8312221" cy="3492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…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9150B3-E342-32FE-E490-6520258AD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60261" y="4941948"/>
            <a:ext cx="423477" cy="2015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DB301806-230B-6440-A08F-9AA62152E9F2}" type="slidenum">
              <a:rPr lang="en-CH" smtClean="0"/>
              <a:pPr/>
              <a:t>‹#›</a:t>
            </a:fld>
            <a:endParaRPr lang="en-CH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703" r:id="rId2"/>
    <p:sldLayoutId id="2147483690" r:id="rId3"/>
    <p:sldLayoutId id="2147483708" r:id="rId4"/>
    <p:sldLayoutId id="2147483704" r:id="rId5"/>
    <p:sldLayoutId id="2147483707" r:id="rId6"/>
    <p:sldLayoutId id="2147483682" r:id="rId7"/>
    <p:sldLayoutId id="2147483694" r:id="rId8"/>
    <p:sldLayoutId id="214748369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1" i="0" u="none" strike="noStrike" cap="none">
          <a:solidFill>
            <a:srgbClr val="000000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285750" marR="0" lvl="0" indent="-28575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20000"/>
        <a:buFont typeface="Arial" panose="020B0604020202020204" pitchFamily="34" charset="0"/>
        <a:buChar char="•"/>
        <a:defRPr sz="1800" b="0" i="0" u="none" strike="noStrike" cap="none">
          <a:solidFill>
            <a:srgbClr val="000000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  <a:sym typeface="Arial"/>
        </a:defRPr>
      </a:lvl1pPr>
      <a:lvl2pPr marL="882000" marR="0" lvl="1" indent="-28575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70000"/>
        <a:buFont typeface="Courier New" panose="02070309020205020404" pitchFamily="49" charset="0"/>
        <a:buChar char="o"/>
        <a:defRPr sz="1800" b="0" i="0" u="none" strike="noStrike" cap="none">
          <a:solidFill>
            <a:srgbClr val="000000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  <a:sym typeface="Arial"/>
        </a:defRPr>
      </a:lvl2pPr>
      <a:lvl3pPr marL="285750" marR="0" lvl="2" indent="-28575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1400" b="0" i="0" u="none" strike="noStrike" cap="none">
          <a:solidFill>
            <a:srgbClr val="000000"/>
          </a:solidFill>
          <a:latin typeface="Arial"/>
          <a:ea typeface="Segoe UI" panose="020B0502040204020203" pitchFamily="34" charset="0"/>
          <a:cs typeface="Arial"/>
          <a:sym typeface="Arial"/>
        </a:defRPr>
      </a:lvl3pPr>
      <a:lvl4pPr marL="285750" marR="0" lvl="3" indent="-28575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1400" b="0" i="0" u="none" strike="noStrike" cap="none">
          <a:solidFill>
            <a:srgbClr val="000000"/>
          </a:solidFill>
          <a:latin typeface="Arial"/>
          <a:ea typeface="Segoe UI" panose="020B0502040204020203" pitchFamily="34" charset="0"/>
          <a:cs typeface="Arial"/>
          <a:sym typeface="Arial"/>
        </a:defRPr>
      </a:lvl4pPr>
      <a:lvl5pPr marL="285750" marR="0" lvl="4" indent="-28575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1400" b="0" i="0" u="none" strike="noStrike" cap="none">
          <a:solidFill>
            <a:srgbClr val="000000"/>
          </a:solidFill>
          <a:latin typeface="Arial"/>
          <a:ea typeface="Segoe UI" panose="020B0502040204020203" pitchFamily="34" charset="0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619C50-7774-0E60-A058-9345D19326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301806-230B-6440-A08F-9AA62152E9F2}" type="slidenum">
              <a:rPr lang="en-CH" smtClean="0"/>
              <a:t>1</a:t>
            </a:fld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424DA-9053-D1DC-09E8-BC3B73C920D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Valentin Monod, Axel Hall, James Zeiger, Florian Favre, Gonçalo Arieira Esteves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417C59-3EB4-02C5-B46D-E1A206446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310" y="1999283"/>
            <a:ext cx="3677901" cy="114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79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2EE94-28C7-F07E-CE17-D458FABB4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01806-230B-6440-A08F-9AA62152E9F2}" type="slidenum">
              <a:rPr lang="en-CH" smtClean="0"/>
              <a:pPr/>
              <a:t>2</a:t>
            </a:fld>
            <a:endParaRPr lang="en-C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B16C4-6CD3-28C2-924C-575A8A01E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527" y="631198"/>
            <a:ext cx="1901599" cy="38960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7BF243-63F4-6CCA-120B-09BE0C19F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876" y="616234"/>
            <a:ext cx="1975885" cy="39110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B34FB632-7710-4869-E7CA-F8BBA9651A59}"/>
              </a:ext>
            </a:extLst>
          </p:cNvPr>
          <p:cNvSpPr/>
          <p:nvPr/>
        </p:nvSpPr>
        <p:spPr>
          <a:xfrm>
            <a:off x="4114801" y="2361504"/>
            <a:ext cx="914400" cy="420490"/>
          </a:xfrm>
          <a:prstGeom prst="rightArrow">
            <a:avLst/>
          </a:prstGeom>
          <a:gradFill flip="none" rotWithShape="1">
            <a:gsLst>
              <a:gs pos="10000">
                <a:srgbClr val="15E9B5"/>
              </a:gs>
              <a:gs pos="75000">
                <a:srgbClr val="00167E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8332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5EEEFD-E977-E9B9-1094-9FC91D2C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191350"/>
            <a:ext cx="9144000" cy="760800"/>
          </a:xfrm>
        </p:spPr>
        <p:txBody>
          <a:bodyPr/>
          <a:lstStyle/>
          <a:p>
            <a:r>
              <a:rPr lang="en-GB" noProof="0" dirty="0"/>
              <a:t>Questions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96773-7D16-DE8D-61D2-4D42DC6856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301806-230B-6440-A08F-9AA62152E9F2}" type="slidenum">
              <a:rPr lang="en-GB" noProof="0" smtClean="0"/>
              <a:t>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6874243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20</Words>
  <Application>Microsoft Macintosh PowerPoint</Application>
  <PresentationFormat>On-screen Show (16:9)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Courier New</vt:lpstr>
      <vt:lpstr>Figtree Black</vt:lpstr>
      <vt:lpstr>Lato</vt:lpstr>
      <vt:lpstr>Nunito Light</vt:lpstr>
      <vt:lpstr>Segoe UI</vt:lpstr>
      <vt:lpstr>default</vt:lpstr>
      <vt:lpstr>PowerPoint Presentation</vt:lpstr>
      <vt:lpstr>PowerPoint Presentation</vt:lpstr>
      <vt:lpstr>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Monod Valentin</cp:lastModifiedBy>
  <cp:revision>102</cp:revision>
  <dcterms:modified xsi:type="dcterms:W3CDTF">2026-10-04T09:42:17Z</dcterms:modified>
</cp:coreProperties>
</file>