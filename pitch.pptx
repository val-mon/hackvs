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</p:sldIdLst>
  <p:sldSz cx="9144000" cy="5143500" type="screen16x9"/>
  <p:notesSz cx="7559675" cy="106918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3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asic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04280" y="4042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17D2AD69-A8A1-4216-8723-6CC6EF4365E6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4" name="Google Shape;89;p13"/>
          <p:cNvSpPr/>
          <p:nvPr/>
        </p:nvSpPr>
        <p:spPr>
          <a:xfrm>
            <a:off x="8213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SzPct val="120000"/>
              <a:buFont typeface="Arial"/>
              <a:buChar char="•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285840" indent="-285840" algn="l">
              <a:buClr>
                <a:srgbClr val="000000"/>
              </a:buClr>
              <a:buSzPct val="120000"/>
              <a:buFont typeface="Arial"/>
              <a:buChar char="•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Click to edit the outline text format</a:t>
            </a: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ster_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0" y="2211840"/>
            <a:ext cx="9143640" cy="719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buNone/>
              <a:def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sldNum" idx="2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A0F079A5-3E21-462C-8E86-561FEA4F2D69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0" y="4325040"/>
            <a:ext cx="9143640" cy="3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>
              <a:buClr>
                <a:srgbClr val="000000"/>
              </a:buClr>
              <a:buSzPct val="120000"/>
              <a:buFont typeface="Arial"/>
              <a:buChar char="•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algn="l">
              <a:buClr>
                <a:srgbClr val="000000"/>
              </a:buClr>
              <a:buSzPct val="120000"/>
              <a:buFont typeface="Arial"/>
              <a:buChar char="•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Click to edit the outline text format</a:t>
            </a:r>
          </a:p>
          <a:p>
            <a:pPr marL="882000" lvl="1" indent="-28584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Second Outline Level</a:t>
            </a:r>
          </a:p>
          <a:p>
            <a:pPr marL="285840" lvl="2" indent="-28584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285840" lvl="3" indent="-28584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85840" lvl="4" indent="-28584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umm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04280" y="3988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lnSpc>
                <a:spcPct val="115000"/>
              </a:lnSpc>
              <a:buNone/>
              <a:defRPr lang="en-GB" sz="2800" b="1" u="none" strike="noStrike">
                <a:solidFill>
                  <a:schemeClr val="lt1"/>
                </a:solidFill>
                <a:effectLst/>
                <a:uFillTx/>
                <a:latin typeface="Segoe UI"/>
              </a:defRPr>
            </a:lvl1pPr>
          </a:lstStyle>
          <a:p>
            <a:pPr indent="0" algn="l">
              <a:lnSpc>
                <a:spcPct val="115000"/>
              </a:lnSpc>
              <a:buNone/>
            </a:pPr>
            <a:r>
              <a:rPr lang="en-GB" sz="28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Click to edit the title text format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title" hasCustomPrompt="1"/>
          </p:nvPr>
        </p:nvSpPr>
        <p:spPr>
          <a:xfrm>
            <a:off x="663120" y="1252080"/>
            <a:ext cx="57348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</a:t>
            </a:r>
            <a:r>
              <a:rPr lang="fr-CH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title" hasCustomPrompt="1"/>
          </p:nvPr>
        </p:nvSpPr>
        <p:spPr>
          <a:xfrm>
            <a:off x="667800" y="3063960"/>
            <a:ext cx="56880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title" hasCustomPrompt="1"/>
          </p:nvPr>
        </p:nvSpPr>
        <p:spPr>
          <a:xfrm>
            <a:off x="663120" y="2158200"/>
            <a:ext cx="57348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title" hasCustomPrompt="1"/>
          </p:nvPr>
        </p:nvSpPr>
        <p:spPr>
          <a:xfrm>
            <a:off x="4609080" y="3077280"/>
            <a:ext cx="57348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title" hasCustomPrompt="1"/>
          </p:nvPr>
        </p:nvSpPr>
        <p:spPr>
          <a:xfrm>
            <a:off x="4609080" y="2171520"/>
            <a:ext cx="57348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5" name="PlaceHolder 7"/>
          <p:cNvSpPr>
            <a:spLocks noGrp="1"/>
          </p:cNvSpPr>
          <p:nvPr>
            <p:ph type="title" hasCustomPrompt="1"/>
          </p:nvPr>
        </p:nvSpPr>
        <p:spPr>
          <a:xfrm>
            <a:off x="4609080" y="1253160"/>
            <a:ext cx="573480" cy="57132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6" name="PlaceHolder 8"/>
          <p:cNvSpPr>
            <a:spLocks noGrp="1"/>
          </p:cNvSpPr>
          <p:nvPr>
            <p:ph type="sldNum" idx="3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06B6DFD0-6A99-49A9-9F25-0EF2C00967DA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17" name="Google Shape;89;p13"/>
          <p:cNvSpPr/>
          <p:nvPr/>
        </p:nvSpPr>
        <p:spPr>
          <a:xfrm>
            <a:off x="-9306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body" hasCustomPrompt="1"/>
          </p:nvPr>
        </p:nvSpPr>
        <p:spPr>
          <a:xfrm>
            <a:off x="727560" y="533520"/>
            <a:ext cx="812520" cy="766440"/>
          </a:xfrm>
          <a:prstGeom prst="rect">
            <a:avLst/>
          </a:prstGeom>
          <a:solidFill>
            <a:srgbClr val="333333"/>
          </a:solidFill>
          <a:ln w="0">
            <a:noFill/>
          </a:ln>
        </p:spPr>
        <p:txBody>
          <a:bodyPr lIns="0" tIns="0" rIns="90000" bIns="0" anchor="ctr" anchorCtr="1">
            <a:noAutofit/>
          </a:bodyPr>
          <a:lstStyle>
            <a:lvl1pPr marL="139680" indent="0" algn="ctr">
              <a:lnSpc>
                <a:spcPct val="100000"/>
              </a:lnSpc>
              <a:buNone/>
              <a:tabLst>
                <a:tab pos="0" algn="l"/>
              </a:tabLst>
              <a:def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marL="139680"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00</a:t>
            </a:r>
            <a:endParaRPr lang="en-GB" sz="33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CEF89446-61C4-4ACC-8CE3-E06BB60AF1EB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20" name="Google Shape;89;p13"/>
          <p:cNvSpPr/>
          <p:nvPr/>
        </p:nvSpPr>
        <p:spPr>
          <a:xfrm>
            <a:off x="8213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title"/>
          </p:nvPr>
        </p:nvSpPr>
        <p:spPr>
          <a:xfrm>
            <a:off x="0" y="2211840"/>
            <a:ext cx="9143640" cy="719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buNone/>
              <a:def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body" hasCustomPrompt="1"/>
          </p:nvPr>
        </p:nvSpPr>
        <p:spPr>
          <a:xfrm>
            <a:off x="7608960" y="533520"/>
            <a:ext cx="812520" cy="766440"/>
          </a:xfrm>
          <a:prstGeom prst="rect">
            <a:avLst/>
          </a:prstGeom>
          <a:solidFill>
            <a:srgbClr val="333333"/>
          </a:solidFill>
          <a:ln w="0">
            <a:noFill/>
          </a:ln>
        </p:spPr>
        <p:txBody>
          <a:bodyPr lIns="0" tIns="0" rIns="90000" bIns="0" anchor="ctr" anchorCtr="1">
            <a:noAutofit/>
          </a:bodyPr>
          <a:lstStyle>
            <a:lvl1pPr marL="139680" indent="0" algn="ctr">
              <a:lnSpc>
                <a:spcPct val="100000"/>
              </a:lnSpc>
              <a:buNone/>
              <a:tabLst>
                <a:tab pos="0" algn="l"/>
              </a:tabLst>
              <a:def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marL="139680"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00</a:t>
            </a:r>
            <a:endParaRPr lang="en-GB" sz="33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ldNum" idx="5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A1006CC6-9195-4E7A-87DB-9E505A1EF852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title"/>
          </p:nvPr>
        </p:nvSpPr>
        <p:spPr>
          <a:xfrm>
            <a:off x="0" y="2211840"/>
            <a:ext cx="9143640" cy="719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buNone/>
              <a:def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Google Shape;89;p13"/>
          <p:cNvSpPr/>
          <p:nvPr/>
        </p:nvSpPr>
        <p:spPr>
          <a:xfrm>
            <a:off x="-9306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body" hasCustomPrompt="1"/>
          </p:nvPr>
        </p:nvSpPr>
        <p:spPr>
          <a:xfrm>
            <a:off x="727200" y="533520"/>
            <a:ext cx="812520" cy="766440"/>
          </a:xfrm>
          <a:prstGeom prst="rect">
            <a:avLst/>
          </a:prstGeom>
          <a:solidFill>
            <a:srgbClr val="333333"/>
          </a:solidFill>
          <a:ln w="0">
            <a:noFill/>
          </a:ln>
        </p:spPr>
        <p:txBody>
          <a:bodyPr lIns="0" tIns="0" rIns="90000" bIns="0" anchor="ctr" anchorCtr="1">
            <a:noAutofit/>
          </a:bodyPr>
          <a:lstStyle>
            <a:lvl1pPr marL="139680" indent="0" algn="ctr">
              <a:lnSpc>
                <a:spcPct val="100000"/>
              </a:lnSpc>
              <a:buNone/>
              <a:tabLst>
                <a:tab pos="0" algn="l"/>
              </a:tabLst>
              <a:def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marL="139680"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00</a:t>
            </a:r>
            <a:endParaRPr lang="en-GB" sz="33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6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F83A7FBF-1AC4-41C4-B8D3-C60A503C2CA6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title"/>
          </p:nvPr>
        </p:nvSpPr>
        <p:spPr>
          <a:xfrm>
            <a:off x="0" y="2211840"/>
            <a:ext cx="9143640" cy="719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buNone/>
              <a:def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9" name="Google Shape;89;p13"/>
          <p:cNvSpPr/>
          <p:nvPr/>
        </p:nvSpPr>
        <p:spPr>
          <a:xfrm>
            <a:off x="3641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co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04280" y="4042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sldNum" idx="7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4E5835E0-E533-4EA0-B82D-B95022E0181F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2" name="Google Shape;89;p13"/>
          <p:cNvSpPr/>
          <p:nvPr/>
        </p:nvSpPr>
        <p:spPr>
          <a:xfrm>
            <a:off x="8213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co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04280" y="4042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sldNum" idx="8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1CF20EA5-5340-4EA7-9444-6D5CC05939B6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5" name="Google Shape;89;p13"/>
          <p:cNvSpPr/>
          <p:nvPr/>
        </p:nvSpPr>
        <p:spPr>
          <a:xfrm>
            <a:off x="8213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col_db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04280" y="4042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7" name="PlaceHolder 2"/>
          <p:cNvSpPr>
            <a:spLocks noGrp="1"/>
          </p:cNvSpPr>
          <p:nvPr>
            <p:ph type="sldNum" idx="9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2F83A8C4-2063-492F-8EE2-C7A556F10E29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‹N°›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8" name="Google Shape;89;p13"/>
          <p:cNvSpPr/>
          <p:nvPr/>
        </p:nvSpPr>
        <p:spPr>
          <a:xfrm>
            <a:off x="8213400" y="-93060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jpeg"/><Relationship Id="rId11" Type="http://schemas.openxmlformats.org/officeDocument/2006/relationships/image" Target="../media/image13.png"/><Relationship Id="rId5" Type="http://schemas.openxmlformats.org/officeDocument/2006/relationships/image" Target="../media/image7.jpeg"/><Relationship Id="rId10" Type="http://schemas.openxmlformats.org/officeDocument/2006/relationships/image" Target="../media/image12.png"/><Relationship Id="rId4" Type="http://schemas.openxmlformats.org/officeDocument/2006/relationships/image" Target="../media/image6.jpeg"/><Relationship Id="rId9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/>
          </p:nvPr>
        </p:nvSpPr>
        <p:spPr>
          <a:xfrm>
            <a:off x="0" y="4325040"/>
            <a:ext cx="9143640" cy="3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Valentin Monod, Axel Hall, James Zeiger, Florian Favre, Gonçalo Arieira Esteves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Segoe UI"/>
            </a:endParaRPr>
          </a:p>
        </p:txBody>
      </p:sp>
      <p:pic>
        <p:nvPicPr>
          <p:cNvPr id="40" name="Picture 7"/>
          <p:cNvPicPr/>
          <p:nvPr/>
        </p:nvPicPr>
        <p:blipFill>
          <a:blip r:embed="rId2"/>
          <a:stretch/>
        </p:blipFill>
        <p:spPr>
          <a:xfrm>
            <a:off x="2521440" y="1999440"/>
            <a:ext cx="3677400" cy="114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45679E5-54B7-483B-8378-6A10DE525E2E}" type="slidenum">
              <a:rPr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"/>
          <p:cNvPicPr/>
          <p:nvPr/>
        </p:nvPicPr>
        <p:blipFill>
          <a:blip r:embed="rId2"/>
          <a:stretch/>
        </p:blipFill>
        <p:spPr>
          <a:xfrm>
            <a:off x="1742400" y="631080"/>
            <a:ext cx="1901160" cy="3895560"/>
          </a:xfrm>
          <a:prstGeom prst="rect">
            <a:avLst/>
          </a:prstGeom>
          <a:noFill/>
          <a:ln w="0">
            <a:solidFill>
              <a:srgbClr val="777777"/>
            </a:solidFill>
          </a:ln>
        </p:spPr>
      </p:pic>
      <p:pic>
        <p:nvPicPr>
          <p:cNvPr id="42" name="Picture 6"/>
          <p:cNvPicPr/>
          <p:nvPr/>
        </p:nvPicPr>
        <p:blipFill>
          <a:blip r:embed="rId3"/>
          <a:stretch/>
        </p:blipFill>
        <p:spPr>
          <a:xfrm>
            <a:off x="5499720" y="616320"/>
            <a:ext cx="1975680" cy="3910680"/>
          </a:xfrm>
          <a:prstGeom prst="rect">
            <a:avLst/>
          </a:prstGeom>
          <a:noFill/>
          <a:ln w="0">
            <a:solidFill>
              <a:srgbClr val="777777"/>
            </a:solidFill>
          </a:ln>
        </p:spPr>
      </p:pic>
      <p:sp>
        <p:nvSpPr>
          <p:cNvPr id="43" name="Right Arrow 9"/>
          <p:cNvSpPr/>
          <p:nvPr/>
        </p:nvSpPr>
        <p:spPr>
          <a:xfrm>
            <a:off x="4114800" y="2361600"/>
            <a:ext cx="914040" cy="42012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" name="Right Arrow 1"/>
          <p:cNvSpPr/>
          <p:nvPr/>
        </p:nvSpPr>
        <p:spPr>
          <a:xfrm>
            <a:off x="4115160" y="2361960"/>
            <a:ext cx="914040" cy="42012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6D960C9D-F41A-4336-A424-36DF766A677D}" type="slidenum">
              <a:rPr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Image 66"/>
          <p:cNvPicPr/>
          <p:nvPr/>
        </p:nvPicPr>
        <p:blipFill>
          <a:blip r:embed="rId2"/>
          <a:stretch/>
        </p:blipFill>
        <p:spPr>
          <a:xfrm>
            <a:off x="8007840" y="180000"/>
            <a:ext cx="812160" cy="169704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68" name="Image 67"/>
          <p:cNvPicPr/>
          <p:nvPr/>
        </p:nvPicPr>
        <p:blipFill>
          <a:blip r:embed="rId3"/>
          <a:stretch/>
        </p:blipFill>
        <p:spPr>
          <a:xfrm>
            <a:off x="6867360" y="189720"/>
            <a:ext cx="84060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69" name="Image 68"/>
          <p:cNvPicPr/>
          <p:nvPr/>
        </p:nvPicPr>
        <p:blipFill>
          <a:blip r:embed="rId4"/>
          <a:stretch/>
        </p:blipFill>
        <p:spPr>
          <a:xfrm>
            <a:off x="5719680" y="189720"/>
            <a:ext cx="84060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0" name="Image 69"/>
          <p:cNvPicPr/>
          <p:nvPr/>
        </p:nvPicPr>
        <p:blipFill>
          <a:blip r:embed="rId5"/>
          <a:stretch/>
        </p:blipFill>
        <p:spPr>
          <a:xfrm>
            <a:off x="4596840" y="189720"/>
            <a:ext cx="84132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1" name="Image 70"/>
          <p:cNvPicPr/>
          <p:nvPr/>
        </p:nvPicPr>
        <p:blipFill>
          <a:blip r:embed="rId6"/>
          <a:stretch/>
        </p:blipFill>
        <p:spPr>
          <a:xfrm>
            <a:off x="3478320" y="144000"/>
            <a:ext cx="841680" cy="168876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2" name="Image 71"/>
          <p:cNvPicPr/>
          <p:nvPr/>
        </p:nvPicPr>
        <p:blipFill>
          <a:blip r:embed="rId7"/>
          <a:stretch/>
        </p:blipFill>
        <p:spPr>
          <a:xfrm>
            <a:off x="2378520" y="144000"/>
            <a:ext cx="84060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3" name="Image 72"/>
          <p:cNvPicPr/>
          <p:nvPr/>
        </p:nvPicPr>
        <p:blipFill>
          <a:blip r:embed="rId8"/>
          <a:stretch/>
        </p:blipFill>
        <p:spPr>
          <a:xfrm>
            <a:off x="1302840" y="144000"/>
            <a:ext cx="80784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4" name="Image 73"/>
          <p:cNvPicPr/>
          <p:nvPr/>
        </p:nvPicPr>
        <p:blipFill>
          <a:blip r:embed="rId9"/>
          <a:stretch/>
        </p:blipFill>
        <p:spPr>
          <a:xfrm>
            <a:off x="216000" y="145440"/>
            <a:ext cx="80784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5" name="Image 74"/>
          <p:cNvPicPr/>
          <p:nvPr/>
        </p:nvPicPr>
        <p:blipFill>
          <a:blip r:embed="rId10"/>
          <a:stretch/>
        </p:blipFill>
        <p:spPr>
          <a:xfrm>
            <a:off x="540000" y="2700000"/>
            <a:ext cx="942480" cy="180000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6" name="Image 75"/>
          <p:cNvPicPr/>
          <p:nvPr/>
        </p:nvPicPr>
        <p:blipFill>
          <a:blip r:embed="rId11"/>
          <a:stretch/>
        </p:blipFill>
        <p:spPr>
          <a:xfrm>
            <a:off x="1829160" y="2700000"/>
            <a:ext cx="942840" cy="1800000"/>
          </a:xfrm>
          <a:prstGeom prst="rect">
            <a:avLst/>
          </a:prstGeom>
          <a:noFill/>
          <a:ln w="38160">
            <a:noFill/>
          </a:ln>
        </p:spPr>
      </p:pic>
      <p:sp>
        <p:nvSpPr>
          <p:cNvPr id="77" name="Right Arrow 15"/>
          <p:cNvSpPr/>
          <p:nvPr/>
        </p:nvSpPr>
        <p:spPr>
          <a:xfrm>
            <a:off x="1554480" y="3477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8" name="Right Arrow 16"/>
          <p:cNvSpPr/>
          <p:nvPr/>
        </p:nvSpPr>
        <p:spPr>
          <a:xfrm>
            <a:off x="1055160" y="82800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9" name="Content Placeholder 2"/>
          <p:cNvSpPr txBox="1"/>
          <p:nvPr/>
        </p:nvSpPr>
        <p:spPr>
          <a:xfrm>
            <a:off x="3240000" y="2530800"/>
            <a:ext cx="5760000" cy="1429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66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7 CLICKS VS 1</a:t>
            </a:r>
            <a:endParaRPr lang="en-GB" sz="6600" b="1" u="none" strike="noStrike">
              <a:solidFill>
                <a:srgbClr val="000000"/>
              </a:solidFill>
              <a:effectLst/>
              <a:uFillTx/>
              <a:latin typeface="Segoe UI"/>
            </a:endParaRPr>
          </a:p>
        </p:txBody>
      </p:sp>
      <p:sp>
        <p:nvSpPr>
          <p:cNvPr id="80" name="Right Arrow 10"/>
          <p:cNvSpPr/>
          <p:nvPr/>
        </p:nvSpPr>
        <p:spPr>
          <a:xfrm>
            <a:off x="2135160" y="849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1" name="Right Arrow 11"/>
          <p:cNvSpPr/>
          <p:nvPr/>
        </p:nvSpPr>
        <p:spPr>
          <a:xfrm>
            <a:off x="3240000" y="849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2" name="Right Arrow 12"/>
          <p:cNvSpPr/>
          <p:nvPr/>
        </p:nvSpPr>
        <p:spPr>
          <a:xfrm>
            <a:off x="4356000" y="86400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3" name="Right Arrow 13"/>
          <p:cNvSpPr/>
          <p:nvPr/>
        </p:nvSpPr>
        <p:spPr>
          <a:xfrm>
            <a:off x="5478840" y="86400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4" name="Right Arrow 14"/>
          <p:cNvSpPr/>
          <p:nvPr/>
        </p:nvSpPr>
        <p:spPr>
          <a:xfrm>
            <a:off x="6622560" y="87012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5" name="Right Arrow 17"/>
          <p:cNvSpPr/>
          <p:nvPr/>
        </p:nvSpPr>
        <p:spPr>
          <a:xfrm>
            <a:off x="7751160" y="885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6" name="Connecteur droit 85"/>
          <p:cNvSpPr/>
          <p:nvPr/>
        </p:nvSpPr>
        <p:spPr>
          <a:xfrm>
            <a:off x="0" y="2160000"/>
            <a:ext cx="9144000" cy="0"/>
          </a:xfrm>
          <a:prstGeom prst="line">
            <a:avLst/>
          </a:prstGeom>
          <a:ln w="38160">
            <a:solidFill>
              <a:srgbClr val="729FC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5000" rIns="90000" bIns="-45000" anchor="ctr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itle 1"/>
          <p:cNvSpPr txBox="1"/>
          <p:nvPr/>
        </p:nvSpPr>
        <p:spPr>
          <a:xfrm>
            <a:off x="756360" y="360000"/>
            <a:ext cx="5543640" cy="760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GB" sz="28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Key takeaways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itle 3"/>
          <p:cNvSpPr txBox="1"/>
          <p:nvPr/>
        </p:nvSpPr>
        <p:spPr>
          <a:xfrm>
            <a:off x="720000" y="1759680"/>
            <a:ext cx="9143640" cy="760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</a:pPr>
            <a:br>
              <a:rPr sz="2800" dirty="0"/>
            </a:b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 -  Better user retention</a:t>
            </a:r>
            <a:br>
              <a:rPr sz="2800" dirty="0"/>
            </a:b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 -  Faster navigation</a:t>
            </a:r>
            <a:br>
              <a:rPr sz="2800" dirty="0"/>
            </a:b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 -  Application feedback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-274602" y="2059513"/>
            <a:ext cx="9143640" cy="76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GB" sz="2800" b="1" u="none" strike="noStrike" dirty="0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Questions ?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ldNum" idx="10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GB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40DA5761-157A-48F3-9E4F-4CC655FE5145}" type="slidenum">
              <a:rPr lang="en-GB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5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pic>
        <p:nvPicPr>
          <p:cNvPr id="91" name="Image 90"/>
          <p:cNvPicPr/>
          <p:nvPr/>
        </p:nvPicPr>
        <p:blipFill>
          <a:blip r:embed="rId2"/>
          <a:stretch/>
        </p:blipFill>
        <p:spPr>
          <a:xfrm>
            <a:off x="6167880" y="275760"/>
            <a:ext cx="2400120" cy="4584240"/>
          </a:xfrm>
          <a:prstGeom prst="rect">
            <a:avLst/>
          </a:prstGeom>
          <a:noFill/>
          <a:ln w="3816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Simple Light">
      <a:dk1>
        <a:srgbClr val="333333"/>
      </a:dk1>
      <a:lt1>
        <a:srgbClr val="FDFDFD"/>
      </a:lt1>
      <a:dk2>
        <a:srgbClr val="E8E7E7"/>
      </a:dk2>
      <a:lt2>
        <a:srgbClr val="B2B2B2"/>
      </a:lt2>
      <a:accent1>
        <a:srgbClr val="777777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411</TotalTime>
  <Words>42</Words>
  <Application>Microsoft Macintosh PowerPoint</Application>
  <PresentationFormat>Affichage à l'écran (16:9)</PresentationFormat>
  <Paragraphs>8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2" baseType="lpstr">
      <vt:lpstr>Arial</vt:lpstr>
      <vt:lpstr>Noto Sans</vt:lpstr>
      <vt:lpstr>Noto Serif</vt:lpstr>
      <vt:lpstr>Segoe UI</vt:lpstr>
      <vt:lpstr>Symbol</vt:lpstr>
      <vt:lpstr>Wingdings</vt:lpstr>
      <vt:lpstr>default</vt:lpstr>
      <vt:lpstr>Présentation PowerPoint</vt:lpstr>
      <vt:lpstr>Présentation PowerPoint</vt:lpstr>
      <vt:lpstr>Présentation PowerPoint</vt:lpstr>
      <vt:lpstr>Présentation PowerPoint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Hall Axel</cp:lastModifiedBy>
  <cp:revision>113</cp:revision>
  <dcterms:modified xsi:type="dcterms:W3CDTF">2026-10-04T11:06:20Z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(16:9)</vt:lpwstr>
  </property>
  <property fmtid="{D5CDD505-2E9C-101B-9397-08002B2CF9AE}" pid="3" name="Slides">
    <vt:i4>3</vt:i4>
  </property>
</Properties>
</file>